
<file path=[Content_Types].xml><?xml version="1.0" encoding="utf-8"?>
<Types xmlns="http://schemas.openxmlformats.org/package/2006/content-types">
  <Default Extension="xml" ContentType="application/xml"/>
  <Default Extension="jpeg" ContentType="image/jpeg"/>
  <Default Extension="wmf" ContentType="image/x-wmf"/>
  <Default Extension="png" ContentType="image/png"/>
  <Default Extension="rels" ContentType="application/vnd.openxmlformats-package.relationships+xml"/>
  <Default Extension="jpg" ContentType="image/jpeg"/>
  <Default Extension="bin" ContentType="application/vnd.openxmlformats-officedocument.oleObject"/>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slides/slide13.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Layouts/slideLayout21.xml" ContentType="application/vnd.openxmlformats-officedocument.presentationml.slideLayout+xml"/>
  <Override PartName="/ppt/slideLayouts/slideLayout33.xml" ContentType="application/vnd.openxmlformats-officedocument.presentationml.slideLayout+xml"/>
  <Override PartName="/ppt/slideLayouts/slideLayout31.xml" ContentType="application/vnd.openxmlformats-officedocument.presentationml.slideLayout+xml"/>
  <Override PartName="/ppt/slideLayouts/slideLayout29.xml" ContentType="application/vnd.openxmlformats-officedocument.presentationml.slideLayout+xml"/>
  <Override PartName="/ppt/slideLayouts/slideLayout27.xml" ContentType="application/vnd.openxmlformats-officedocument.presentationml.slideLayout+xml"/>
  <Override PartName="/ppt/slideLayouts/slideLayout25.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19.xml" ContentType="application/vnd.openxmlformats-officedocument.presentationml.slideLayout+xml"/>
  <Override PartName="/ppt/slides/slide7.xml" ContentType="application/vnd.openxmlformats-officedocument.presentationml.slide+xml"/>
  <Override PartName="/ppt/slideMasters/slideMaster1.xml" ContentType="application/vnd.openxmlformats-officedocument.presentationml.slideMaster+xml"/>
  <Override PartName="/ppt/slideLayouts/slideLayout18.xml" ContentType="application/vnd.openxmlformats-officedocument.presentationml.slideLayout+xml"/>
  <Override PartName="/ppt/notesMasters/notesMaster1.xml" ContentType="application/vnd.openxmlformats-officedocument.presentationml.notesMaster+xml"/>
  <Override PartName="/ppt/slideLayouts/slideLayout32.xml" ContentType="application/vnd.openxmlformats-officedocument.presentationml.slideLayout+xml"/>
  <Override PartName="/ppt/slideLayouts/slideLayout17.xml" ContentType="application/vnd.openxmlformats-officedocument.presentationml.slideLayout+xml"/>
  <Override PartName="/ppt/slideLayouts/slideLayout20.xml" ContentType="application/vnd.openxmlformats-officedocument.presentationml.slideLayout+xml"/>
  <Override PartName="/ppt/slideLayouts/slideLayout16.xml" ContentType="application/vnd.openxmlformats-officedocument.presentationml.slideLayout+xml"/>
  <Override PartName="/ppt/slideLayouts/slideLayout28.xml" ContentType="application/vnd.openxmlformats-officedocument.presentationml.slideLayout+xml"/>
  <Override PartName="/ppt/slideLayouts/slideLayout14.xml" ContentType="application/vnd.openxmlformats-officedocument.presentationml.slideLayout+xml"/>
  <Override PartName="/ppt/slideLayouts/slideLayout26.xml" ContentType="application/vnd.openxmlformats-officedocument.presentationml.slideLayout+xml"/>
  <Override PartName="/ppt/slideLayouts/slideLayout12.xml" ContentType="application/vnd.openxmlformats-officedocument.presentationml.slideLayout+xml"/>
  <Override PartName="/ppt/slideLayouts/slideLayout9.xml" ContentType="application/vnd.openxmlformats-officedocument.presentationml.slideLayout+xml"/>
  <Override PartName="/ppt/slideLayouts/slideLayout30.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viewProps.xml" ContentType="application/vnd.openxmlformats-officedocument.presentationml.viewProps+xml"/>
  <Override PartName="/ppt/theme/theme4.xml" ContentType="application/vnd.openxmlformats-officedocument.theme+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notesSlides/notesSlide8.xml" ContentType="application/vnd.openxmlformats-officedocument.presentationml.notesSlide+xml"/>
  <Override PartName="/ppt/slideLayouts/slideLayout5.xml" ContentType="application/vnd.openxmlformats-officedocument.presentationml.slideLayout+xml"/>
  <Override PartName="/ppt/slides/slide12.xml" ContentType="application/vnd.openxmlformats-officedocument.presentationml.slide+xml"/>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7.xml" ContentType="application/vnd.openxmlformats-officedocument.presentationml.notesSlide+xml"/>
  <Override PartName="/ppt/presProps.xml" ContentType="application/vnd.openxmlformats-officedocument.presentationml.presProps+xml"/>
  <Override PartName="/ppt/slideLayouts/slideLayout22.xml" ContentType="application/vnd.openxmlformats-officedocument.presentationml.slideLayout+xml"/>
  <Override PartName="/ppt/slides/slide6.xml" ContentType="application/vnd.openxmlformats-officedocument.presentationml.slid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tableStyles.xml" ContentType="application/vnd.openxmlformats-officedocument.presentationml.tableStyles+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theme/theme2.xml" ContentType="application/vnd.openxmlformats-officedocument.theme+xml"/>
  <Override PartName="/ppt/theme/theme3.xml" ContentType="application/vnd.openxmlformats-officedocument.theme+xml"/>
  <Override PartName="/ppt/theme/theme1.xml" ContentType="application/vnd.openxmlformats-officedocument.theme+xml"/>
  <Override PartName="/ppt/presentation.xml" ContentType="application/vnd.openxmlformats-officedocument.presentationml.presentation.main+xml"/>
  <Override PartName="/docProps/core.xml" ContentType="application/vnd.openxmlformats-package.core-properties+xml"/>
  <Override PartName="/ppt/notesSlides/notesSlide1.xml" ContentType="application/vnd.openxmlformats-officedocument.presentationml.notesSlide+xml"/>
  <Override PartName="/ppt/slideLayouts/slideLayout13.xml" ContentType="application/vnd.openxmlformats-officedocument.presentationml.slideLayout+xml"/>
  <Override PartName="/ppt/slideLayouts/slideLayout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embedTrueTypeFonts="1" saveSubsetFonts="1">
  <p:sldMasterIdLst>
    <p:sldMasterId id="2147483648" r:id="rId1"/>
    <p:sldMasterId id="2147483660" r:id="rId2"/>
    <p:sldMasterId id="2147483672" r:id="rId3"/>
  </p:sldMasterIdLst>
  <p:notesMasterIdLst>
    <p:notesMasterId r:id="rId21"/>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8288000" cy="10287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74" d="100"/>
          <a:sy n="74" d="100"/>
        </p:scale>
        <p:origin x="-1092" y="-90"/>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theme" Target="theme/theme1.xml"/><Relationship Id="rId5" Type="http://schemas.openxmlformats.org/officeDocument/2006/relationships/theme" Target="theme/theme2.xml"/><Relationship Id="rId6" Type="http://schemas.openxmlformats.org/officeDocument/2006/relationships/theme" Target="theme/theme3.xml"/><Relationship Id="rId7" Type="http://schemas.openxmlformats.org/officeDocument/2006/relationships/theme" Target="theme/theme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notesMaster" Target="notesMasters/notesMaster1.xml"/><Relationship Id="rId22" Type="http://schemas.openxmlformats.org/officeDocument/2006/relationships/presProps" Target="presProps.xml" /><Relationship Id="rId23" Type="http://schemas.openxmlformats.org/officeDocument/2006/relationships/tableStyles" Target="tableStyles.xml" /><Relationship Id="rId24"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706588494"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lang="cs-CZ"/>
          </a:p>
        </p:txBody>
      </p:sp>
      <p:sp>
        <p:nvSpPr>
          <p:cNvPr id="1133949143"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fld id="{B7268E1E-0E44-426D-905E-8AD9B19D2182}" type="datetimeFigureOut">
              <a:rPr lang="cs-CZ"/>
              <a:t>1.7.2013</a:t>
            </a:fld>
            <a:endParaRPr lang="cs-CZ"/>
          </a:p>
        </p:txBody>
      </p:sp>
      <p:sp>
        <p:nvSpPr>
          <p:cNvPr id="1992188800"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lang="cs-CZ"/>
          </a:p>
        </p:txBody>
      </p:sp>
      <p:sp>
        <p:nvSpPr>
          <p:cNvPr id="21046937"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cs-CZ"/>
          </a:p>
        </p:txBody>
      </p:sp>
      <p:sp>
        <p:nvSpPr>
          <p:cNvPr id="1568474308"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lang="cs-CZ"/>
          </a:p>
        </p:txBody>
      </p:sp>
      <p:sp>
        <p:nvSpPr>
          <p:cNvPr id="1833083743"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fld id="{871B2431-D351-4C6E-A3CF-9DFAC0E3E050}" type="slidenum">
              <a:rPr lang="cs-CZ"/>
              <a:t>‹#›</a:t>
            </a:fld>
            <a:endParaRPr lang="cs-CZ"/>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76757058"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222390330"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990611439"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1804734460"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r>
              <a:rPr lang="en-US"/>
              <a:t>1</a:t>
            </a:r>
            <a:endParaRPr lang="en-US"/>
          </a:p>
        </p:txBody>
      </p:sp>
      <p:sp>
        <p:nvSpPr>
          <p:cNvPr id="2099311674"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1655368350"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7128730"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1406075895"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1699928664"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2093703066"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endParaRPr lang="en-US"/>
          </a:p>
        </p:txBody>
      </p:sp>
      <p:sp>
        <p:nvSpPr>
          <p:cNvPr id="857165687"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1017525294"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62294966"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68998138"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502878322"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663842922"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r>
              <a:rPr lang="en-US"/>
              <a:t>1</a:t>
            </a:r>
            <a:endParaRPr lang="en-US"/>
          </a:p>
        </p:txBody>
      </p:sp>
      <p:sp>
        <p:nvSpPr>
          <p:cNvPr id="930461807"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1470848080"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92335887"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1704377612"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1269445385"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925152588"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r>
              <a:rPr lang="en-US"/>
              <a:t>2</a:t>
            </a:r>
            <a:endParaRPr lang="en-US"/>
          </a:p>
        </p:txBody>
      </p:sp>
      <p:sp>
        <p:nvSpPr>
          <p:cNvPr id="1364553702"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77327307"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18043876"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1227618168"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246735670"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1030334857"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r>
              <a:rPr lang="en-US"/>
              <a:t>3</a:t>
            </a:r>
            <a:endParaRPr lang="en-US"/>
          </a:p>
        </p:txBody>
      </p:sp>
      <p:sp>
        <p:nvSpPr>
          <p:cNvPr id="123023305"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980876572"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67861895"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112956399"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1207815429"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839804603"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r>
              <a:rPr lang="en-US"/>
              <a:t>4</a:t>
            </a:r>
            <a:endParaRPr lang="en-US"/>
          </a:p>
        </p:txBody>
      </p:sp>
      <p:sp>
        <p:nvSpPr>
          <p:cNvPr id="1171747651"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163856554"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35434301"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1695780854"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1142820248"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1208333496"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r>
              <a:rPr lang="en-US"/>
              <a:t>5</a:t>
            </a:r>
            <a:endParaRPr lang="en-US"/>
          </a:p>
        </p:txBody>
      </p:sp>
      <p:sp>
        <p:nvSpPr>
          <p:cNvPr id="1476041156"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869878154"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9468212"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868833502"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1774354221"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1233117254"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r>
              <a:rPr lang="en-US"/>
              <a:t>6</a:t>
            </a:r>
            <a:endParaRPr lang="en-US"/>
          </a:p>
        </p:txBody>
      </p:sp>
      <p:sp>
        <p:nvSpPr>
          <p:cNvPr id="2121373355"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2120842286"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84744712"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767221946"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1036348479"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593302830"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r>
              <a:rPr lang="en-US"/>
              <a:t>7</a:t>
            </a:r>
            <a:endParaRPr lang="en-US"/>
          </a:p>
        </p:txBody>
      </p:sp>
      <p:sp>
        <p:nvSpPr>
          <p:cNvPr id="182343675"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2028430548"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25121505"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1223205138"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499455808"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1963239001"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r>
              <a:rPr lang="en-US"/>
              <a:t>8</a:t>
            </a:r>
            <a:endParaRPr lang="en-US"/>
          </a:p>
        </p:txBody>
      </p:sp>
      <p:sp>
        <p:nvSpPr>
          <p:cNvPr id="1599734152"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775821514"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32241322"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363461644"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598894168"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272318073"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r>
              <a:rPr lang="en-US"/>
              <a:t>9</a:t>
            </a:r>
            <a:endParaRPr lang="en-US"/>
          </a:p>
        </p:txBody>
      </p:sp>
      <p:sp>
        <p:nvSpPr>
          <p:cNvPr id="1597211916"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773152339"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57786073"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1924115580"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75116676"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497958895"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r>
              <a:rPr lang="en-US"/>
              <a:t>10</a:t>
            </a:r>
            <a:endParaRPr lang="en-US"/>
          </a:p>
        </p:txBody>
      </p:sp>
      <p:sp>
        <p:nvSpPr>
          <p:cNvPr id="2125448755"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1250690095"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32080050"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413915072"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1824857544"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313842891"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r>
              <a:rPr lang="en-US"/>
              <a:t>11</a:t>
            </a:r>
            <a:endParaRPr lang="en-US"/>
          </a:p>
        </p:txBody>
      </p:sp>
      <p:sp>
        <p:nvSpPr>
          <p:cNvPr id="506771929"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1961693451"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421505560"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1803157358"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566282721"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997261809" name="Footer Placeholder 4"/>
          <p:cNvSpPr>
            <a:spLocks noGrp="1"/>
          </p:cNvSpPr>
          <p:nvPr>
            <p:ph type="ftr" sz="quarter" idx="11"/>
          </p:nvPr>
        </p:nvSpPr>
        <p:spPr bwMode="auto"/>
        <p:txBody>
          <a:bodyPr/>
          <a:lstStyle/>
          <a:p>
            <a:pPr>
              <a:defRPr/>
            </a:pPr>
            <a:endParaRPr lang="en-US"/>
          </a:p>
        </p:txBody>
      </p:sp>
      <p:sp>
        <p:nvSpPr>
          <p:cNvPr id="1451503682"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478997605" name="Title 1"/>
          <p:cNvSpPr>
            <a:spLocks noGrp="1"/>
          </p:cNvSpPr>
          <p:nvPr>
            <p:ph type="title"/>
          </p:nvPr>
        </p:nvSpPr>
        <p:spPr bwMode="auto"/>
        <p:txBody>
          <a:bodyPr/>
          <a:lstStyle/>
          <a:p>
            <a:pPr>
              <a:defRPr/>
            </a:pPr>
            <a:r>
              <a:rPr lang="en-US"/>
              <a:t>Click to edit Master title style</a:t>
            </a:r>
            <a:endParaRPr lang="en-US"/>
          </a:p>
        </p:txBody>
      </p:sp>
      <p:sp>
        <p:nvSpPr>
          <p:cNvPr id="280206778"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7019439"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921131336" name="Footer Placeholder 4"/>
          <p:cNvSpPr>
            <a:spLocks noGrp="1"/>
          </p:cNvSpPr>
          <p:nvPr>
            <p:ph type="ftr" sz="quarter" idx="11"/>
          </p:nvPr>
        </p:nvSpPr>
        <p:spPr bwMode="auto"/>
        <p:txBody>
          <a:bodyPr/>
          <a:lstStyle/>
          <a:p>
            <a:pPr>
              <a:defRPr/>
            </a:pPr>
            <a:endParaRPr lang="en-US"/>
          </a:p>
        </p:txBody>
      </p:sp>
      <p:sp>
        <p:nvSpPr>
          <p:cNvPr id="739044655"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2010227155"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1142090684"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766742537"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067980401" name="Footer Placeholder 4"/>
          <p:cNvSpPr>
            <a:spLocks noGrp="1"/>
          </p:cNvSpPr>
          <p:nvPr>
            <p:ph type="ftr" sz="quarter" idx="11"/>
          </p:nvPr>
        </p:nvSpPr>
        <p:spPr bwMode="auto"/>
        <p:txBody>
          <a:bodyPr/>
          <a:lstStyle/>
          <a:p>
            <a:pPr>
              <a:defRPr/>
            </a:pPr>
            <a:endParaRPr lang="en-US"/>
          </a:p>
        </p:txBody>
      </p:sp>
      <p:sp>
        <p:nvSpPr>
          <p:cNvPr id="1764115909"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778540055" name="Title 1"/>
          <p:cNvSpPr>
            <a:spLocks noGrp="1"/>
          </p:cNvSpPr>
          <p:nvPr>
            <p:ph type="title"/>
          </p:nvPr>
        </p:nvSpPr>
        <p:spPr bwMode="auto"/>
        <p:txBody>
          <a:bodyPr/>
          <a:lstStyle/>
          <a:p>
            <a:pPr>
              <a:defRPr/>
            </a:pPr>
            <a:r>
              <a:rPr lang="en-US"/>
              <a:t>Click to edit Master title style</a:t>
            </a:r>
            <a:endParaRPr lang="en-US"/>
          </a:p>
        </p:txBody>
      </p:sp>
      <p:sp>
        <p:nvSpPr>
          <p:cNvPr id="787891370"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17841286"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25986171"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565762070" name="Footer Placeholder 5"/>
          <p:cNvSpPr>
            <a:spLocks noGrp="1"/>
          </p:cNvSpPr>
          <p:nvPr>
            <p:ph type="ftr" sz="quarter" idx="11"/>
          </p:nvPr>
        </p:nvSpPr>
        <p:spPr bwMode="auto"/>
        <p:txBody>
          <a:bodyPr/>
          <a:lstStyle/>
          <a:p>
            <a:pPr>
              <a:defRPr/>
            </a:pPr>
            <a:endParaRPr lang="en-US"/>
          </a:p>
        </p:txBody>
      </p:sp>
      <p:sp>
        <p:nvSpPr>
          <p:cNvPr id="206041775"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2115008047"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582617745"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518998481"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51676312"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760957548"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12160748" name="Date Placeholder 6"/>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434257308" name="Footer Placeholder 7"/>
          <p:cNvSpPr>
            <a:spLocks noGrp="1"/>
          </p:cNvSpPr>
          <p:nvPr>
            <p:ph type="ftr" sz="quarter" idx="11"/>
          </p:nvPr>
        </p:nvSpPr>
        <p:spPr bwMode="auto"/>
        <p:txBody>
          <a:bodyPr/>
          <a:lstStyle/>
          <a:p>
            <a:pPr>
              <a:defRPr/>
            </a:pPr>
            <a:endParaRPr lang="en-US"/>
          </a:p>
        </p:txBody>
      </p:sp>
      <p:sp>
        <p:nvSpPr>
          <p:cNvPr id="632091576" name="Slide Number Placeholder 8"/>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286622641" name="Title 1"/>
          <p:cNvSpPr>
            <a:spLocks noGrp="1"/>
          </p:cNvSpPr>
          <p:nvPr>
            <p:ph type="title"/>
          </p:nvPr>
        </p:nvSpPr>
        <p:spPr bwMode="auto"/>
        <p:txBody>
          <a:bodyPr/>
          <a:lstStyle/>
          <a:p>
            <a:pPr>
              <a:defRPr/>
            </a:pPr>
            <a:r>
              <a:rPr lang="en-US"/>
              <a:t>Click to edit Master title style</a:t>
            </a:r>
            <a:endParaRPr lang="en-US"/>
          </a:p>
        </p:txBody>
      </p:sp>
      <p:sp>
        <p:nvSpPr>
          <p:cNvPr id="1729937468" name="Date Placeholder 2"/>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563556901" name="Footer Placeholder 3"/>
          <p:cNvSpPr>
            <a:spLocks noGrp="1"/>
          </p:cNvSpPr>
          <p:nvPr>
            <p:ph type="ftr" sz="quarter" idx="11"/>
          </p:nvPr>
        </p:nvSpPr>
        <p:spPr bwMode="auto"/>
        <p:txBody>
          <a:bodyPr/>
          <a:lstStyle/>
          <a:p>
            <a:pPr>
              <a:defRPr/>
            </a:pPr>
            <a:endParaRPr lang="en-US"/>
          </a:p>
        </p:txBody>
      </p:sp>
      <p:sp>
        <p:nvSpPr>
          <p:cNvPr id="1108027570" name="Slide Number Placeholder 4"/>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536713987" name="Date Placeholder 1"/>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951780087" name="Footer Placeholder 2"/>
          <p:cNvSpPr>
            <a:spLocks noGrp="1"/>
          </p:cNvSpPr>
          <p:nvPr>
            <p:ph type="ftr" sz="quarter" idx="11"/>
          </p:nvPr>
        </p:nvSpPr>
        <p:spPr bwMode="auto"/>
        <p:txBody>
          <a:bodyPr/>
          <a:lstStyle/>
          <a:p>
            <a:pPr>
              <a:defRPr/>
            </a:pPr>
            <a:endParaRPr lang="en-US"/>
          </a:p>
        </p:txBody>
      </p:sp>
      <p:sp>
        <p:nvSpPr>
          <p:cNvPr id="979205396" name="Slide Number Placeholder 3"/>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955414748"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1681712313"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32259775"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395061832"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2127746117" name="Footer Placeholder 5"/>
          <p:cNvSpPr>
            <a:spLocks noGrp="1"/>
          </p:cNvSpPr>
          <p:nvPr>
            <p:ph type="ftr" sz="quarter" idx="11"/>
          </p:nvPr>
        </p:nvSpPr>
        <p:spPr bwMode="auto"/>
        <p:txBody>
          <a:bodyPr/>
          <a:lstStyle/>
          <a:p>
            <a:pPr>
              <a:defRPr/>
            </a:pPr>
            <a:endParaRPr lang="en-US"/>
          </a:p>
        </p:txBody>
      </p:sp>
      <p:sp>
        <p:nvSpPr>
          <p:cNvPr id="939201426"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366132543"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2115589611"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486048649"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051783979"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510267040" name="Footer Placeholder 5"/>
          <p:cNvSpPr>
            <a:spLocks noGrp="1"/>
          </p:cNvSpPr>
          <p:nvPr>
            <p:ph type="ftr" sz="quarter" idx="11"/>
          </p:nvPr>
        </p:nvSpPr>
        <p:spPr bwMode="auto"/>
        <p:txBody>
          <a:bodyPr/>
          <a:lstStyle/>
          <a:p>
            <a:pPr>
              <a:defRPr/>
            </a:pPr>
            <a:endParaRPr lang="en-US"/>
          </a:p>
        </p:txBody>
      </p:sp>
      <p:sp>
        <p:nvSpPr>
          <p:cNvPr id="313556815"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095364413" name="Title 1"/>
          <p:cNvSpPr>
            <a:spLocks noGrp="1"/>
          </p:cNvSpPr>
          <p:nvPr>
            <p:ph type="title"/>
          </p:nvPr>
        </p:nvSpPr>
        <p:spPr bwMode="auto"/>
        <p:txBody>
          <a:bodyPr/>
          <a:lstStyle/>
          <a:p>
            <a:pPr>
              <a:defRPr/>
            </a:pPr>
            <a:r>
              <a:rPr lang="en-US"/>
              <a:t>Click to edit Master title style</a:t>
            </a:r>
            <a:endParaRPr lang="en-US"/>
          </a:p>
        </p:txBody>
      </p:sp>
      <p:sp>
        <p:nvSpPr>
          <p:cNvPr id="728683406"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50955022"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452149561" name="Footer Placeholder 4"/>
          <p:cNvSpPr>
            <a:spLocks noGrp="1"/>
          </p:cNvSpPr>
          <p:nvPr>
            <p:ph type="ftr" sz="quarter" idx="11"/>
          </p:nvPr>
        </p:nvSpPr>
        <p:spPr bwMode="auto"/>
        <p:txBody>
          <a:bodyPr/>
          <a:lstStyle/>
          <a:p>
            <a:pPr>
              <a:defRPr/>
            </a:pPr>
            <a:endParaRPr lang="en-US"/>
          </a:p>
        </p:txBody>
      </p:sp>
      <p:sp>
        <p:nvSpPr>
          <p:cNvPr id="1285880621"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452840532"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1545574422"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76857698"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775379151" name="Footer Placeholder 4"/>
          <p:cNvSpPr>
            <a:spLocks noGrp="1"/>
          </p:cNvSpPr>
          <p:nvPr>
            <p:ph type="ftr" sz="quarter" idx="11"/>
          </p:nvPr>
        </p:nvSpPr>
        <p:spPr bwMode="auto"/>
        <p:txBody>
          <a:bodyPr/>
          <a:lstStyle/>
          <a:p>
            <a:pPr>
              <a:defRPr/>
            </a:pPr>
            <a:endParaRPr lang="en-US"/>
          </a:p>
        </p:txBody>
      </p:sp>
      <p:sp>
        <p:nvSpPr>
          <p:cNvPr id="1978019648"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901930487" name="Title 1"/>
          <p:cNvSpPr>
            <a:spLocks noGrp="1"/>
          </p:cNvSpPr>
          <p:nvPr>
            <p:ph type="ctrTitle"/>
          </p:nvPr>
        </p:nvSpPr>
        <p:spPr bwMode="auto">
          <a:xfrm>
            <a:off x="1371600" y="3195637"/>
            <a:ext cx="15544800" cy="2205037"/>
          </a:xfrm>
        </p:spPr>
        <p:txBody>
          <a:bodyPr/>
          <a:lstStyle>
            <a:lvl1pPr algn="ctr">
              <a:defRPr b="1"/>
            </a:lvl1pPr>
          </a:lstStyle>
          <a:p>
            <a:pPr>
              <a:defRPr/>
            </a:pPr>
            <a:r>
              <a:rPr/>
              <a:t>Click to edit Master title style</a:t>
            </a:r>
            <a:endParaRPr/>
          </a:p>
        </p:txBody>
      </p:sp>
      <p:sp>
        <p:nvSpPr>
          <p:cNvPr id="357145903" name="Subtitle 2"/>
          <p:cNvSpPr>
            <a:spLocks noGrp="1"/>
          </p:cNvSpPr>
          <p:nvPr>
            <p:ph type="subTitle" idx="1"/>
          </p:nvPr>
        </p:nvSpPr>
        <p:spPr bwMode="auto">
          <a:xfrm>
            <a:off x="2743200" y="5829300"/>
            <a:ext cx="12801600" cy="26289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a:t>Click to edit Master subtitle style</a:t>
            </a:r>
            <a:endParaRPr/>
          </a:p>
        </p:txBody>
      </p:sp>
      <p:sp>
        <p:nvSpPr>
          <p:cNvPr id="1137322970" name="Date Placeholder 3"/>
          <p:cNvSpPr>
            <a:spLocks noGrp="1"/>
          </p:cNvSpPr>
          <p:nvPr>
            <p:ph type="dt" sz="half" idx="10"/>
          </p:nvPr>
        </p:nvSpPr>
        <p:spPr bwMode="auto"/>
        <p:txBody>
          <a:bodyPr/>
          <a:lstStyle/>
          <a:p>
            <a:pPr>
              <a:defRPr/>
            </a:pPr>
            <a:fld id="{86EB4D43-F783-4E09-8208-6AA351DBC29B}" type="datetimeFigureOut">
              <a:rPr/>
              <a:t>22.10.2013</a:t>
            </a:fld>
            <a:endParaRPr/>
          </a:p>
        </p:txBody>
      </p:sp>
      <p:sp>
        <p:nvSpPr>
          <p:cNvPr id="1615229934" name="Footer Placeholder 4"/>
          <p:cNvSpPr>
            <a:spLocks noGrp="1"/>
          </p:cNvSpPr>
          <p:nvPr>
            <p:ph type="ftr" sz="quarter" idx="11"/>
          </p:nvPr>
        </p:nvSpPr>
        <p:spPr bwMode="auto"/>
        <p:txBody>
          <a:bodyPr/>
          <a:lstStyle/>
          <a:p>
            <a:pPr>
              <a:defRPr/>
            </a:pPr>
            <a:endParaRPr/>
          </a:p>
        </p:txBody>
      </p:sp>
      <p:sp>
        <p:nvSpPr>
          <p:cNvPr id="893276184" name="Slide Number Placeholder 5"/>
          <p:cNvSpPr>
            <a:spLocks noGrp="1"/>
          </p:cNvSpPr>
          <p:nvPr>
            <p:ph type="sldNum" sz="quarter" idx="12"/>
          </p:nvPr>
        </p:nvSpPr>
        <p:spPr bwMode="auto"/>
        <p:txBody>
          <a:bodyPr/>
          <a:lstStyle/>
          <a:p>
            <a:pPr>
              <a:defRPr/>
            </a:pPr>
            <a:fld id="{F8E3F0E9-0FC2-4DDE-87CF-3BA6A04EA4CC}" type="slidenum">
              <a:r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60370145" name="Title 1"/>
          <p:cNvSpPr>
            <a:spLocks noGrp="1"/>
          </p:cNvSpPr>
          <p:nvPr>
            <p:ph type="title"/>
          </p:nvPr>
        </p:nvSpPr>
        <p:spPr bwMode="auto"/>
        <p:txBody>
          <a:bodyPr/>
          <a:lstStyle/>
          <a:p>
            <a:pPr>
              <a:defRPr/>
            </a:pPr>
            <a:r>
              <a:rPr/>
              <a:t>Click to edit Master title style</a:t>
            </a:r>
            <a:endParaRPr/>
          </a:p>
        </p:txBody>
      </p:sp>
      <p:sp>
        <p:nvSpPr>
          <p:cNvPr id="1542471094" name="Content Placeholder 2"/>
          <p:cNvSpPr>
            <a:spLocks noGrp="1"/>
          </p:cNvSpPr>
          <p:nvPr>
            <p:ph idx="1"/>
          </p:nvPr>
        </p:nvSpPr>
        <p:spPr bwMode="auto"/>
        <p:txBody>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064178443" name="Date Placeholder 3"/>
          <p:cNvSpPr>
            <a:spLocks noGrp="1"/>
          </p:cNvSpPr>
          <p:nvPr>
            <p:ph type="dt" sz="half" idx="10"/>
          </p:nvPr>
        </p:nvSpPr>
        <p:spPr bwMode="auto"/>
        <p:txBody>
          <a:bodyPr/>
          <a:lstStyle/>
          <a:p>
            <a:pPr>
              <a:defRPr/>
            </a:pPr>
            <a:fld id="{86EB4D43-F783-4E09-8208-6AA351DBC29B}" type="datetimeFigureOut">
              <a:rPr/>
              <a:t>22.10.2013</a:t>
            </a:fld>
            <a:endParaRPr/>
          </a:p>
        </p:txBody>
      </p:sp>
      <p:sp>
        <p:nvSpPr>
          <p:cNvPr id="114712189" name="Footer Placeholder 4"/>
          <p:cNvSpPr>
            <a:spLocks noGrp="1"/>
          </p:cNvSpPr>
          <p:nvPr>
            <p:ph type="ftr" sz="quarter" idx="11"/>
          </p:nvPr>
        </p:nvSpPr>
        <p:spPr bwMode="auto"/>
        <p:txBody>
          <a:bodyPr/>
          <a:lstStyle/>
          <a:p>
            <a:pPr>
              <a:defRPr/>
            </a:pPr>
            <a:endParaRPr/>
          </a:p>
        </p:txBody>
      </p:sp>
      <p:sp>
        <p:nvSpPr>
          <p:cNvPr id="1663163807" name="Slide Number Placeholder 5"/>
          <p:cNvSpPr>
            <a:spLocks noGrp="1"/>
          </p:cNvSpPr>
          <p:nvPr>
            <p:ph type="sldNum" sz="quarter" idx="12"/>
          </p:nvPr>
        </p:nvSpPr>
        <p:spPr bwMode="auto"/>
        <p:txBody>
          <a:bodyPr/>
          <a:lstStyle/>
          <a:p>
            <a:pPr>
              <a:defRPr/>
            </a:pPr>
            <a:fld id="{F8E3F0E9-0FC2-4DDE-87CF-3BA6A04EA4CC}" type="slidenum">
              <a:rP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2144892691" name="Title 1"/>
          <p:cNvSpPr>
            <a:spLocks noGrp="1"/>
          </p:cNvSpPr>
          <p:nvPr>
            <p:ph type="title"/>
          </p:nvPr>
        </p:nvSpPr>
        <p:spPr bwMode="auto">
          <a:xfrm>
            <a:off x="1444626" y="6610351"/>
            <a:ext cx="15544800" cy="2043111"/>
          </a:xfrm>
        </p:spPr>
        <p:txBody>
          <a:bodyPr anchor="t"/>
          <a:lstStyle>
            <a:lvl1pPr algn="l">
              <a:defRPr sz="4000" b="1" cap="all"/>
            </a:lvl1pPr>
          </a:lstStyle>
          <a:p>
            <a:pPr>
              <a:defRPr/>
            </a:pPr>
            <a:r>
              <a:rPr/>
              <a:t>Click to edit Master title style</a:t>
            </a:r>
            <a:endParaRPr/>
          </a:p>
        </p:txBody>
      </p:sp>
      <p:sp>
        <p:nvSpPr>
          <p:cNvPr id="1701586217" name="Text Placeholder 2"/>
          <p:cNvSpPr>
            <a:spLocks noGrp="1"/>
          </p:cNvSpPr>
          <p:nvPr>
            <p:ph type="body" idx="1"/>
          </p:nvPr>
        </p:nvSpPr>
        <p:spPr bwMode="auto">
          <a:xfrm>
            <a:off x="1444626" y="4360069"/>
            <a:ext cx="15544800" cy="225027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a:t>Click to edit Master text styles</a:t>
            </a:r>
            <a:endParaRPr/>
          </a:p>
        </p:txBody>
      </p:sp>
      <p:sp>
        <p:nvSpPr>
          <p:cNvPr id="1759751955" name="Date Placeholder 3"/>
          <p:cNvSpPr>
            <a:spLocks noGrp="1"/>
          </p:cNvSpPr>
          <p:nvPr>
            <p:ph type="dt" sz="half" idx="10"/>
          </p:nvPr>
        </p:nvSpPr>
        <p:spPr bwMode="auto"/>
        <p:txBody>
          <a:bodyPr/>
          <a:lstStyle/>
          <a:p>
            <a:pPr>
              <a:defRPr/>
            </a:pPr>
            <a:fld id="{86EB4D43-F783-4E09-8208-6AA351DBC29B}" type="datetimeFigureOut">
              <a:rPr/>
              <a:t>22.10.2013</a:t>
            </a:fld>
            <a:endParaRPr/>
          </a:p>
        </p:txBody>
      </p:sp>
      <p:sp>
        <p:nvSpPr>
          <p:cNvPr id="2039433781" name="Footer Placeholder 4"/>
          <p:cNvSpPr>
            <a:spLocks noGrp="1"/>
          </p:cNvSpPr>
          <p:nvPr>
            <p:ph type="ftr" sz="quarter" idx="11"/>
          </p:nvPr>
        </p:nvSpPr>
        <p:spPr bwMode="auto"/>
        <p:txBody>
          <a:bodyPr/>
          <a:lstStyle/>
          <a:p>
            <a:pPr>
              <a:defRPr/>
            </a:pPr>
            <a:endParaRPr/>
          </a:p>
        </p:txBody>
      </p:sp>
      <p:sp>
        <p:nvSpPr>
          <p:cNvPr id="813711531" name="Slide Number Placeholder 5"/>
          <p:cNvSpPr>
            <a:spLocks noGrp="1"/>
          </p:cNvSpPr>
          <p:nvPr>
            <p:ph type="sldNum" sz="quarter" idx="12"/>
          </p:nvPr>
        </p:nvSpPr>
        <p:spPr bwMode="auto"/>
        <p:txBody>
          <a:bodyPr/>
          <a:lstStyle/>
          <a:p>
            <a:pPr>
              <a:defRPr/>
            </a:pPr>
            <a:fld id="{F8E3F0E9-0FC2-4DDE-87CF-3BA6A04EA4CC}" type="slidenum">
              <a:rP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28490131" name="Title 1"/>
          <p:cNvSpPr>
            <a:spLocks noGrp="1"/>
          </p:cNvSpPr>
          <p:nvPr>
            <p:ph type="title"/>
          </p:nvPr>
        </p:nvSpPr>
        <p:spPr bwMode="auto"/>
        <p:txBody>
          <a:bodyPr/>
          <a:lstStyle/>
          <a:p>
            <a:pPr>
              <a:defRPr/>
            </a:pPr>
            <a:r>
              <a:rPr/>
              <a:t>Click to edit Master title style</a:t>
            </a:r>
            <a:endParaRPr/>
          </a:p>
        </p:txBody>
      </p:sp>
      <p:sp>
        <p:nvSpPr>
          <p:cNvPr id="2002964966" name="Content Placeholder 2"/>
          <p:cNvSpPr>
            <a:spLocks noGrp="1"/>
          </p:cNvSpPr>
          <p:nvPr>
            <p:ph sz="half" idx="1"/>
          </p:nvPr>
        </p:nvSpPr>
        <p:spPr bwMode="auto">
          <a:xfrm>
            <a:off x="2375247" y="2400301"/>
            <a:ext cx="7056783" cy="678894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2027184524" name="Content Placeholder 3"/>
          <p:cNvSpPr>
            <a:spLocks noGrp="1"/>
          </p:cNvSpPr>
          <p:nvPr>
            <p:ph sz="half" idx="2"/>
          </p:nvPr>
        </p:nvSpPr>
        <p:spPr bwMode="auto">
          <a:xfrm>
            <a:off x="9864079" y="2400301"/>
            <a:ext cx="7509519" cy="678894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302702832" name="Date Placeholder 4"/>
          <p:cNvSpPr>
            <a:spLocks noGrp="1"/>
          </p:cNvSpPr>
          <p:nvPr>
            <p:ph type="dt" sz="half" idx="10"/>
          </p:nvPr>
        </p:nvSpPr>
        <p:spPr bwMode="auto"/>
        <p:txBody>
          <a:bodyPr/>
          <a:lstStyle/>
          <a:p>
            <a:pPr>
              <a:defRPr/>
            </a:pPr>
            <a:fld id="{86EB4D43-F783-4E09-8208-6AA351DBC29B}" type="datetimeFigureOut">
              <a:rPr/>
              <a:t>22.10.2013</a:t>
            </a:fld>
            <a:endParaRPr/>
          </a:p>
        </p:txBody>
      </p:sp>
      <p:sp>
        <p:nvSpPr>
          <p:cNvPr id="680419162" name="Footer Placeholder 5"/>
          <p:cNvSpPr>
            <a:spLocks noGrp="1"/>
          </p:cNvSpPr>
          <p:nvPr>
            <p:ph type="ftr" sz="quarter" idx="11"/>
          </p:nvPr>
        </p:nvSpPr>
        <p:spPr bwMode="auto"/>
        <p:txBody>
          <a:bodyPr/>
          <a:lstStyle/>
          <a:p>
            <a:pPr>
              <a:defRPr/>
            </a:pPr>
            <a:endParaRPr/>
          </a:p>
        </p:txBody>
      </p:sp>
      <p:sp>
        <p:nvSpPr>
          <p:cNvPr id="2099420474" name="Slide Number Placeholder 6"/>
          <p:cNvSpPr>
            <a:spLocks noGrp="1"/>
          </p:cNvSpPr>
          <p:nvPr>
            <p:ph type="sldNum" sz="quarter" idx="12"/>
          </p:nvPr>
        </p:nvSpPr>
        <p:spPr bwMode="auto"/>
        <p:txBody>
          <a:bodyPr/>
          <a:lstStyle/>
          <a:p>
            <a:pPr>
              <a:defRPr/>
            </a:pPr>
            <a:fld id="{F8E3F0E9-0FC2-4DDE-87CF-3BA6A04EA4CC}" type="slidenum">
              <a:rP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443081385" name="Title 1"/>
          <p:cNvSpPr>
            <a:spLocks noGrp="1"/>
          </p:cNvSpPr>
          <p:nvPr>
            <p:ph type="title"/>
          </p:nvPr>
        </p:nvSpPr>
        <p:spPr bwMode="auto"/>
        <p:txBody>
          <a:bodyPr/>
          <a:lstStyle>
            <a:lvl1pPr>
              <a:defRPr/>
            </a:lvl1pPr>
          </a:lstStyle>
          <a:p>
            <a:pPr>
              <a:defRPr/>
            </a:pPr>
            <a:r>
              <a:rPr/>
              <a:t>Click to edit Master title style</a:t>
            </a:r>
            <a:endParaRPr/>
          </a:p>
        </p:txBody>
      </p:sp>
      <p:sp>
        <p:nvSpPr>
          <p:cNvPr id="110663696" name="Text Placeholder 2"/>
          <p:cNvSpPr>
            <a:spLocks noGrp="1"/>
          </p:cNvSpPr>
          <p:nvPr>
            <p:ph type="body" idx="1"/>
          </p:nvPr>
        </p:nvSpPr>
        <p:spPr bwMode="auto">
          <a:xfrm>
            <a:off x="2375247" y="2302669"/>
            <a:ext cx="7056783" cy="95964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a:t>Click to edit Master text styles</a:t>
            </a:r>
            <a:endParaRPr/>
          </a:p>
        </p:txBody>
      </p:sp>
      <p:sp>
        <p:nvSpPr>
          <p:cNvPr id="974737996" name="Content Placeholder 3"/>
          <p:cNvSpPr>
            <a:spLocks noGrp="1"/>
          </p:cNvSpPr>
          <p:nvPr>
            <p:ph sz="half" idx="2"/>
          </p:nvPr>
        </p:nvSpPr>
        <p:spPr bwMode="auto">
          <a:xfrm>
            <a:off x="2375247" y="3262311"/>
            <a:ext cx="7056783" cy="592693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235685772" name="Text Placeholder 4"/>
          <p:cNvSpPr>
            <a:spLocks noGrp="1"/>
          </p:cNvSpPr>
          <p:nvPr>
            <p:ph type="body" sz="quarter" idx="3"/>
          </p:nvPr>
        </p:nvSpPr>
        <p:spPr bwMode="auto">
          <a:xfrm>
            <a:off x="9720063" y="2302669"/>
            <a:ext cx="7653535" cy="95964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a:t>Click to edit Master text styles</a:t>
            </a:r>
            <a:endParaRPr/>
          </a:p>
        </p:txBody>
      </p:sp>
      <p:sp>
        <p:nvSpPr>
          <p:cNvPr id="1639208656" name="Content Placeholder 5"/>
          <p:cNvSpPr>
            <a:spLocks noGrp="1"/>
          </p:cNvSpPr>
          <p:nvPr>
            <p:ph sz="quarter" idx="4"/>
          </p:nvPr>
        </p:nvSpPr>
        <p:spPr bwMode="auto">
          <a:xfrm>
            <a:off x="9720063" y="3262311"/>
            <a:ext cx="7653535" cy="592693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165749394" name="Date Placeholder 6"/>
          <p:cNvSpPr>
            <a:spLocks noGrp="1"/>
          </p:cNvSpPr>
          <p:nvPr>
            <p:ph type="dt" sz="half" idx="10"/>
          </p:nvPr>
        </p:nvSpPr>
        <p:spPr bwMode="auto"/>
        <p:txBody>
          <a:bodyPr/>
          <a:lstStyle/>
          <a:p>
            <a:pPr>
              <a:defRPr/>
            </a:pPr>
            <a:fld id="{86EB4D43-F783-4E09-8208-6AA351DBC29B}" type="datetimeFigureOut">
              <a:rPr/>
              <a:t>22.10.2013</a:t>
            </a:fld>
            <a:endParaRPr/>
          </a:p>
        </p:txBody>
      </p:sp>
      <p:sp>
        <p:nvSpPr>
          <p:cNvPr id="1642456321" name="Footer Placeholder 7"/>
          <p:cNvSpPr>
            <a:spLocks noGrp="1"/>
          </p:cNvSpPr>
          <p:nvPr>
            <p:ph type="ftr" sz="quarter" idx="11"/>
          </p:nvPr>
        </p:nvSpPr>
        <p:spPr bwMode="auto"/>
        <p:txBody>
          <a:bodyPr/>
          <a:lstStyle/>
          <a:p>
            <a:pPr>
              <a:defRPr/>
            </a:pPr>
            <a:endParaRPr/>
          </a:p>
        </p:txBody>
      </p:sp>
      <p:sp>
        <p:nvSpPr>
          <p:cNvPr id="681620270" name="Slide Number Placeholder 8"/>
          <p:cNvSpPr>
            <a:spLocks noGrp="1"/>
          </p:cNvSpPr>
          <p:nvPr>
            <p:ph type="sldNum" sz="quarter" idx="12"/>
          </p:nvPr>
        </p:nvSpPr>
        <p:spPr bwMode="auto"/>
        <p:txBody>
          <a:bodyPr/>
          <a:lstStyle/>
          <a:p>
            <a:pPr>
              <a:defRPr/>
            </a:pPr>
            <a:fld id="{F8E3F0E9-0FC2-4DDE-87CF-3BA6A04EA4CC}" type="slidenum">
              <a:rP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700839410" name="Title 1"/>
          <p:cNvSpPr>
            <a:spLocks noGrp="1"/>
          </p:cNvSpPr>
          <p:nvPr>
            <p:ph type="title"/>
          </p:nvPr>
        </p:nvSpPr>
        <p:spPr bwMode="auto"/>
        <p:txBody>
          <a:bodyPr/>
          <a:lstStyle/>
          <a:p>
            <a:pPr>
              <a:defRPr/>
            </a:pPr>
            <a:r>
              <a:rPr/>
              <a:t>Click to edit Master title style</a:t>
            </a:r>
            <a:endParaRPr/>
          </a:p>
        </p:txBody>
      </p:sp>
      <p:sp>
        <p:nvSpPr>
          <p:cNvPr id="870711115" name="Date Placeholder 2"/>
          <p:cNvSpPr>
            <a:spLocks noGrp="1"/>
          </p:cNvSpPr>
          <p:nvPr>
            <p:ph type="dt" sz="half" idx="10"/>
          </p:nvPr>
        </p:nvSpPr>
        <p:spPr bwMode="auto"/>
        <p:txBody>
          <a:bodyPr/>
          <a:lstStyle/>
          <a:p>
            <a:pPr>
              <a:defRPr/>
            </a:pPr>
            <a:fld id="{86EB4D43-F783-4E09-8208-6AA351DBC29B}" type="datetimeFigureOut">
              <a:rPr/>
              <a:t>22.10.2013</a:t>
            </a:fld>
            <a:endParaRPr/>
          </a:p>
        </p:txBody>
      </p:sp>
      <p:sp>
        <p:nvSpPr>
          <p:cNvPr id="172587253" name="Footer Placeholder 3"/>
          <p:cNvSpPr>
            <a:spLocks noGrp="1"/>
          </p:cNvSpPr>
          <p:nvPr>
            <p:ph type="ftr" sz="quarter" idx="11"/>
          </p:nvPr>
        </p:nvSpPr>
        <p:spPr bwMode="auto"/>
        <p:txBody>
          <a:bodyPr/>
          <a:lstStyle/>
          <a:p>
            <a:pPr>
              <a:defRPr/>
            </a:pPr>
            <a:endParaRPr/>
          </a:p>
        </p:txBody>
      </p:sp>
      <p:sp>
        <p:nvSpPr>
          <p:cNvPr id="1502175226" name="Slide Number Placeholder 4"/>
          <p:cNvSpPr>
            <a:spLocks noGrp="1"/>
          </p:cNvSpPr>
          <p:nvPr>
            <p:ph type="sldNum" sz="quarter" idx="12"/>
          </p:nvPr>
        </p:nvSpPr>
        <p:spPr bwMode="auto"/>
        <p:txBody>
          <a:bodyPr/>
          <a:lstStyle/>
          <a:p>
            <a:pPr>
              <a:defRPr/>
            </a:pPr>
            <a:fld id="{F8E3F0E9-0FC2-4DDE-87CF-3BA6A04EA4CC}" type="slidenum">
              <a:rP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758683854" name="Date Placeholder 1"/>
          <p:cNvSpPr>
            <a:spLocks noGrp="1"/>
          </p:cNvSpPr>
          <p:nvPr>
            <p:ph type="dt" sz="half" idx="10"/>
          </p:nvPr>
        </p:nvSpPr>
        <p:spPr bwMode="auto"/>
        <p:txBody>
          <a:bodyPr/>
          <a:lstStyle/>
          <a:p>
            <a:pPr>
              <a:defRPr/>
            </a:pPr>
            <a:fld id="{86EB4D43-F783-4E09-8208-6AA351DBC29B}" type="datetimeFigureOut">
              <a:rPr/>
              <a:t>22.10.2013</a:t>
            </a:fld>
            <a:endParaRPr/>
          </a:p>
        </p:txBody>
      </p:sp>
      <p:sp>
        <p:nvSpPr>
          <p:cNvPr id="1913711122" name="Footer Placeholder 2"/>
          <p:cNvSpPr>
            <a:spLocks noGrp="1"/>
          </p:cNvSpPr>
          <p:nvPr>
            <p:ph type="ftr" sz="quarter" idx="11"/>
          </p:nvPr>
        </p:nvSpPr>
        <p:spPr bwMode="auto"/>
        <p:txBody>
          <a:bodyPr/>
          <a:lstStyle/>
          <a:p>
            <a:pPr>
              <a:defRPr/>
            </a:pPr>
            <a:endParaRPr/>
          </a:p>
        </p:txBody>
      </p:sp>
      <p:sp>
        <p:nvSpPr>
          <p:cNvPr id="627158127" name="Slide Number Placeholder 3"/>
          <p:cNvSpPr>
            <a:spLocks noGrp="1"/>
          </p:cNvSpPr>
          <p:nvPr>
            <p:ph type="sldNum" sz="quarter" idx="12"/>
          </p:nvPr>
        </p:nvSpPr>
        <p:spPr bwMode="auto"/>
        <p:txBody>
          <a:bodyPr/>
          <a:lstStyle/>
          <a:p>
            <a:pPr>
              <a:defRPr/>
            </a:pPr>
            <a:fld id="{F8E3F0E9-0FC2-4DDE-87CF-3BA6A04EA4CC}" type="slidenum">
              <a:rP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369781270" name="Title 1"/>
          <p:cNvSpPr>
            <a:spLocks noGrp="1"/>
          </p:cNvSpPr>
          <p:nvPr>
            <p:ph type="title"/>
          </p:nvPr>
        </p:nvSpPr>
        <p:spPr bwMode="auto">
          <a:xfrm>
            <a:off x="2375247" y="409573"/>
            <a:ext cx="5328591" cy="1743075"/>
          </a:xfrm>
        </p:spPr>
        <p:txBody>
          <a:bodyPr anchor="b"/>
          <a:lstStyle>
            <a:lvl1pPr algn="l">
              <a:defRPr sz="2000" b="1"/>
            </a:lvl1pPr>
          </a:lstStyle>
          <a:p>
            <a:pPr>
              <a:defRPr/>
            </a:pPr>
            <a:r>
              <a:rPr/>
              <a:t>Click to edit Master title style</a:t>
            </a:r>
            <a:endParaRPr/>
          </a:p>
        </p:txBody>
      </p:sp>
      <p:sp>
        <p:nvSpPr>
          <p:cNvPr id="317917382" name="Content Placeholder 2"/>
          <p:cNvSpPr>
            <a:spLocks noGrp="1"/>
          </p:cNvSpPr>
          <p:nvPr>
            <p:ph idx="1"/>
          </p:nvPr>
        </p:nvSpPr>
        <p:spPr bwMode="auto">
          <a:xfrm>
            <a:off x="7991871" y="409575"/>
            <a:ext cx="9381727" cy="87796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932811624" name="Text Placeholder 3"/>
          <p:cNvSpPr>
            <a:spLocks noGrp="1"/>
          </p:cNvSpPr>
          <p:nvPr>
            <p:ph type="body" sz="half" idx="2"/>
          </p:nvPr>
        </p:nvSpPr>
        <p:spPr bwMode="auto">
          <a:xfrm>
            <a:off x="2375247" y="2152651"/>
            <a:ext cx="5328591" cy="703659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a:t>Click to edit Master text styles</a:t>
            </a:r>
            <a:endParaRPr/>
          </a:p>
        </p:txBody>
      </p:sp>
      <p:sp>
        <p:nvSpPr>
          <p:cNvPr id="120187230" name="Date Placeholder 4"/>
          <p:cNvSpPr>
            <a:spLocks noGrp="1"/>
          </p:cNvSpPr>
          <p:nvPr>
            <p:ph type="dt" sz="half" idx="10"/>
          </p:nvPr>
        </p:nvSpPr>
        <p:spPr bwMode="auto"/>
        <p:txBody>
          <a:bodyPr/>
          <a:lstStyle/>
          <a:p>
            <a:pPr>
              <a:defRPr/>
            </a:pPr>
            <a:fld id="{86EB4D43-F783-4E09-8208-6AA351DBC29B}" type="datetimeFigureOut">
              <a:rPr/>
              <a:t>22.10.2013</a:t>
            </a:fld>
            <a:endParaRPr/>
          </a:p>
        </p:txBody>
      </p:sp>
      <p:sp>
        <p:nvSpPr>
          <p:cNvPr id="1059798587" name="Footer Placeholder 5"/>
          <p:cNvSpPr>
            <a:spLocks noGrp="1"/>
          </p:cNvSpPr>
          <p:nvPr>
            <p:ph type="ftr" sz="quarter" idx="11"/>
          </p:nvPr>
        </p:nvSpPr>
        <p:spPr bwMode="auto"/>
        <p:txBody>
          <a:bodyPr/>
          <a:lstStyle/>
          <a:p>
            <a:pPr>
              <a:defRPr/>
            </a:pPr>
            <a:endParaRPr/>
          </a:p>
        </p:txBody>
      </p:sp>
      <p:sp>
        <p:nvSpPr>
          <p:cNvPr id="163294429" name="Slide Number Placeholder 6"/>
          <p:cNvSpPr>
            <a:spLocks noGrp="1"/>
          </p:cNvSpPr>
          <p:nvPr>
            <p:ph type="sldNum" sz="quarter" idx="12"/>
          </p:nvPr>
        </p:nvSpPr>
        <p:spPr bwMode="auto"/>
        <p:txBody>
          <a:bodyPr/>
          <a:lstStyle/>
          <a:p>
            <a:pPr>
              <a:defRPr/>
            </a:pPr>
            <a:fld id="{F8E3F0E9-0FC2-4DDE-87CF-3BA6A04EA4CC}" type="slidenum">
              <a:r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081600626" name="Title 1"/>
          <p:cNvSpPr>
            <a:spLocks noGrp="1"/>
          </p:cNvSpPr>
          <p:nvPr>
            <p:ph type="title"/>
          </p:nvPr>
        </p:nvSpPr>
        <p:spPr bwMode="auto">
          <a:xfrm>
            <a:off x="2375247" y="7200900"/>
            <a:ext cx="14977663" cy="850107"/>
          </a:xfrm>
        </p:spPr>
        <p:txBody>
          <a:bodyPr anchor="b"/>
          <a:lstStyle>
            <a:lvl1pPr algn="l">
              <a:defRPr sz="2000" b="1"/>
            </a:lvl1pPr>
          </a:lstStyle>
          <a:p>
            <a:pPr>
              <a:defRPr/>
            </a:pPr>
            <a:r>
              <a:rPr/>
              <a:t>Click to edit Master title style</a:t>
            </a:r>
            <a:endParaRPr/>
          </a:p>
        </p:txBody>
      </p:sp>
      <p:sp>
        <p:nvSpPr>
          <p:cNvPr id="1331637325" name="Picture Placeholder 2"/>
          <p:cNvSpPr>
            <a:spLocks noGrp="1"/>
          </p:cNvSpPr>
          <p:nvPr>
            <p:ph type="pic" idx="1"/>
          </p:nvPr>
        </p:nvSpPr>
        <p:spPr bwMode="auto">
          <a:xfrm>
            <a:off x="2375247" y="919161"/>
            <a:ext cx="14977663" cy="61722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a:p>
        </p:txBody>
      </p:sp>
      <p:sp>
        <p:nvSpPr>
          <p:cNvPr id="1867381200" name="Text Placeholder 3"/>
          <p:cNvSpPr>
            <a:spLocks noGrp="1"/>
          </p:cNvSpPr>
          <p:nvPr>
            <p:ph type="body" sz="half" idx="2"/>
          </p:nvPr>
        </p:nvSpPr>
        <p:spPr bwMode="auto">
          <a:xfrm>
            <a:off x="2375247" y="8051005"/>
            <a:ext cx="14977663" cy="120729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a:t>Click to edit Master text styles</a:t>
            </a:r>
            <a:endParaRPr/>
          </a:p>
        </p:txBody>
      </p:sp>
      <p:sp>
        <p:nvSpPr>
          <p:cNvPr id="2079505153" name="Date Placeholder 4"/>
          <p:cNvSpPr>
            <a:spLocks noGrp="1"/>
          </p:cNvSpPr>
          <p:nvPr>
            <p:ph type="dt" sz="half" idx="10"/>
          </p:nvPr>
        </p:nvSpPr>
        <p:spPr bwMode="auto"/>
        <p:txBody>
          <a:bodyPr/>
          <a:lstStyle/>
          <a:p>
            <a:pPr>
              <a:defRPr/>
            </a:pPr>
            <a:fld id="{86EB4D43-F783-4E09-8208-6AA351DBC29B}" type="datetimeFigureOut">
              <a:rPr/>
              <a:t>22.10.2013</a:t>
            </a:fld>
            <a:endParaRPr/>
          </a:p>
        </p:txBody>
      </p:sp>
      <p:sp>
        <p:nvSpPr>
          <p:cNvPr id="1092830011" name="Footer Placeholder 5"/>
          <p:cNvSpPr>
            <a:spLocks noGrp="1"/>
          </p:cNvSpPr>
          <p:nvPr>
            <p:ph type="ftr" sz="quarter" idx="11"/>
          </p:nvPr>
        </p:nvSpPr>
        <p:spPr bwMode="auto"/>
        <p:txBody>
          <a:bodyPr/>
          <a:lstStyle/>
          <a:p>
            <a:pPr>
              <a:defRPr/>
            </a:pPr>
            <a:endParaRPr/>
          </a:p>
        </p:txBody>
      </p:sp>
      <p:sp>
        <p:nvSpPr>
          <p:cNvPr id="530811401" name="Slide Number Placeholder 6"/>
          <p:cNvSpPr>
            <a:spLocks noGrp="1"/>
          </p:cNvSpPr>
          <p:nvPr>
            <p:ph type="sldNum" sz="quarter" idx="12"/>
          </p:nvPr>
        </p:nvSpPr>
        <p:spPr bwMode="auto"/>
        <p:txBody>
          <a:bodyPr/>
          <a:lstStyle/>
          <a:p>
            <a:pPr>
              <a:defRPr/>
            </a:pPr>
            <a:fld id="{F8E3F0E9-0FC2-4DDE-87CF-3BA6A04EA4CC}" type="slidenum">
              <a:rP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888967626" name="Title 1"/>
          <p:cNvSpPr>
            <a:spLocks noGrp="1"/>
          </p:cNvSpPr>
          <p:nvPr>
            <p:ph type="title"/>
          </p:nvPr>
        </p:nvSpPr>
        <p:spPr bwMode="auto"/>
        <p:txBody>
          <a:bodyPr/>
          <a:lstStyle/>
          <a:p>
            <a:pPr>
              <a:defRPr/>
            </a:pPr>
            <a:r>
              <a:rPr/>
              <a:t>Click to edit Master title style</a:t>
            </a:r>
            <a:endParaRPr/>
          </a:p>
        </p:txBody>
      </p:sp>
      <p:sp>
        <p:nvSpPr>
          <p:cNvPr id="2110600212" name="Vertical Text Placeholder 2"/>
          <p:cNvSpPr>
            <a:spLocks noGrp="1"/>
          </p:cNvSpPr>
          <p:nvPr>
            <p:ph type="body" orient="vert" idx="1"/>
          </p:nvPr>
        </p:nvSpPr>
        <p:spPr bwMode="auto"/>
        <p:txBody>
          <a:bodyPr vert="eaVert"/>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272658349" name="Date Placeholder 3"/>
          <p:cNvSpPr>
            <a:spLocks noGrp="1"/>
          </p:cNvSpPr>
          <p:nvPr>
            <p:ph type="dt" sz="half" idx="10"/>
          </p:nvPr>
        </p:nvSpPr>
        <p:spPr bwMode="auto"/>
        <p:txBody>
          <a:bodyPr/>
          <a:lstStyle/>
          <a:p>
            <a:pPr>
              <a:defRPr/>
            </a:pPr>
            <a:fld id="{86EB4D43-F783-4E09-8208-6AA351DBC29B}" type="datetimeFigureOut">
              <a:rPr/>
              <a:t>22.10.2013</a:t>
            </a:fld>
            <a:endParaRPr/>
          </a:p>
        </p:txBody>
      </p:sp>
      <p:sp>
        <p:nvSpPr>
          <p:cNvPr id="994793994" name="Footer Placeholder 4"/>
          <p:cNvSpPr>
            <a:spLocks noGrp="1"/>
          </p:cNvSpPr>
          <p:nvPr>
            <p:ph type="ftr" sz="quarter" idx="11"/>
          </p:nvPr>
        </p:nvSpPr>
        <p:spPr bwMode="auto"/>
        <p:txBody>
          <a:bodyPr/>
          <a:lstStyle/>
          <a:p>
            <a:pPr>
              <a:defRPr/>
            </a:pPr>
            <a:endParaRPr/>
          </a:p>
        </p:txBody>
      </p:sp>
      <p:sp>
        <p:nvSpPr>
          <p:cNvPr id="891040874" name="Slide Number Placeholder 5"/>
          <p:cNvSpPr>
            <a:spLocks noGrp="1"/>
          </p:cNvSpPr>
          <p:nvPr>
            <p:ph type="sldNum" sz="quarter" idx="12"/>
          </p:nvPr>
        </p:nvSpPr>
        <p:spPr bwMode="auto"/>
        <p:txBody>
          <a:bodyPr/>
          <a:lstStyle/>
          <a:p>
            <a:pPr>
              <a:defRPr/>
            </a:pPr>
            <a:fld id="{F8E3F0E9-0FC2-4DDE-87CF-3BA6A04EA4CC}" type="slidenum">
              <a:rP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742734145" name="Vertical Title 1"/>
          <p:cNvSpPr>
            <a:spLocks noGrp="1"/>
          </p:cNvSpPr>
          <p:nvPr>
            <p:ph type="title" orient="vert"/>
          </p:nvPr>
        </p:nvSpPr>
        <p:spPr bwMode="auto">
          <a:xfrm>
            <a:off x="13258800" y="411957"/>
            <a:ext cx="4114800" cy="8777287"/>
          </a:xfrm>
        </p:spPr>
        <p:txBody>
          <a:bodyPr vert="eaVert"/>
          <a:lstStyle>
            <a:lvl1pPr algn="ctr">
              <a:defRPr/>
            </a:lvl1pPr>
          </a:lstStyle>
          <a:p>
            <a:pPr>
              <a:defRPr/>
            </a:pPr>
            <a:r>
              <a:rPr/>
              <a:t>Click to edit Master title style</a:t>
            </a:r>
            <a:endParaRPr/>
          </a:p>
        </p:txBody>
      </p:sp>
      <p:sp>
        <p:nvSpPr>
          <p:cNvPr id="292090753" name="Vertical Text Placeholder 2"/>
          <p:cNvSpPr>
            <a:spLocks noGrp="1"/>
          </p:cNvSpPr>
          <p:nvPr>
            <p:ph type="body" orient="vert" idx="1"/>
          </p:nvPr>
        </p:nvSpPr>
        <p:spPr bwMode="auto">
          <a:xfrm>
            <a:off x="914400" y="411957"/>
            <a:ext cx="12039599" cy="8777287"/>
          </a:xfrm>
        </p:spPr>
        <p:txBody>
          <a:bodyPr vert="eaVert"/>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327190148" name="Date Placeholder 3"/>
          <p:cNvSpPr>
            <a:spLocks noGrp="1"/>
          </p:cNvSpPr>
          <p:nvPr>
            <p:ph type="dt" sz="half" idx="10"/>
          </p:nvPr>
        </p:nvSpPr>
        <p:spPr bwMode="auto"/>
        <p:txBody>
          <a:bodyPr/>
          <a:lstStyle/>
          <a:p>
            <a:pPr>
              <a:defRPr/>
            </a:pPr>
            <a:fld id="{86EB4D43-F783-4E09-8208-6AA351DBC29B}" type="datetimeFigureOut">
              <a:rPr/>
              <a:t>22.10.2013</a:t>
            </a:fld>
            <a:endParaRPr/>
          </a:p>
        </p:txBody>
      </p:sp>
      <p:sp>
        <p:nvSpPr>
          <p:cNvPr id="491304766" name="Footer Placeholder 4"/>
          <p:cNvSpPr>
            <a:spLocks noGrp="1"/>
          </p:cNvSpPr>
          <p:nvPr>
            <p:ph type="ftr" sz="quarter" idx="11"/>
          </p:nvPr>
        </p:nvSpPr>
        <p:spPr bwMode="auto"/>
        <p:txBody>
          <a:bodyPr/>
          <a:lstStyle/>
          <a:p>
            <a:pPr>
              <a:defRPr/>
            </a:pPr>
            <a:endParaRPr/>
          </a:p>
        </p:txBody>
      </p:sp>
      <p:sp>
        <p:nvSpPr>
          <p:cNvPr id="1565372783" name="Slide Number Placeholder 5"/>
          <p:cNvSpPr>
            <a:spLocks noGrp="1"/>
          </p:cNvSpPr>
          <p:nvPr>
            <p:ph type="sldNum" sz="quarter" idx="12"/>
          </p:nvPr>
        </p:nvSpPr>
        <p:spPr bwMode="auto"/>
        <p:txBody>
          <a:bodyPr/>
          <a:lstStyle/>
          <a:p>
            <a:pPr>
              <a:defRPr/>
            </a:pPr>
            <a:fld id="{F8E3F0E9-0FC2-4DDE-87CF-3BA6A04EA4CC}" type="slidenum">
              <a:rPr/>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914721902" name="Title 1"/>
          <p:cNvSpPr>
            <a:spLocks noGrp="1"/>
          </p:cNvSpPr>
          <p:nvPr>
            <p:ph type="ctrTitle"/>
          </p:nvPr>
        </p:nvSpPr>
        <p:spPr bwMode="auto">
          <a:xfrm>
            <a:off x="1371600" y="3195637"/>
            <a:ext cx="15544800" cy="2205037"/>
          </a:xfrm>
        </p:spPr>
        <p:txBody>
          <a:bodyPr/>
          <a:lstStyle>
            <a:lvl1pPr algn="ctr">
              <a:defRPr b="1"/>
            </a:lvl1pPr>
          </a:lstStyle>
          <a:p>
            <a:pPr>
              <a:defRPr/>
            </a:pPr>
            <a:r>
              <a:rPr/>
              <a:t>Click to edit Master title style</a:t>
            </a:r>
            <a:endParaRPr/>
          </a:p>
        </p:txBody>
      </p:sp>
      <p:sp>
        <p:nvSpPr>
          <p:cNvPr id="1888984291" name="Subtitle 2"/>
          <p:cNvSpPr>
            <a:spLocks noGrp="1"/>
          </p:cNvSpPr>
          <p:nvPr>
            <p:ph type="subTitle" idx="1"/>
          </p:nvPr>
        </p:nvSpPr>
        <p:spPr bwMode="auto">
          <a:xfrm>
            <a:off x="2743200" y="5829300"/>
            <a:ext cx="12801600" cy="26289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a:t>Click to edit Master subtitle style</a:t>
            </a:r>
            <a:endParaRPr/>
          </a:p>
        </p:txBody>
      </p:sp>
      <p:sp>
        <p:nvSpPr>
          <p:cNvPr id="1803775966" name="Date Placeholder 3"/>
          <p:cNvSpPr>
            <a:spLocks noGrp="1"/>
          </p:cNvSpPr>
          <p:nvPr>
            <p:ph type="dt" sz="half" idx="10"/>
          </p:nvPr>
        </p:nvSpPr>
        <p:spPr bwMode="auto"/>
        <p:txBody>
          <a:bodyPr/>
          <a:lstStyle/>
          <a:p>
            <a:pPr>
              <a:defRPr/>
            </a:pPr>
            <a:fld id="{86EB4D43-F783-4E09-8208-6AA351DBC29B}" type="datetimeFigureOut">
              <a:rPr/>
              <a:t>22.10.2013</a:t>
            </a:fld>
            <a:endParaRPr/>
          </a:p>
        </p:txBody>
      </p:sp>
      <p:sp>
        <p:nvSpPr>
          <p:cNvPr id="287141838" name="Footer Placeholder 4"/>
          <p:cNvSpPr>
            <a:spLocks noGrp="1"/>
          </p:cNvSpPr>
          <p:nvPr>
            <p:ph type="ftr" sz="quarter" idx="11"/>
          </p:nvPr>
        </p:nvSpPr>
        <p:spPr bwMode="auto"/>
        <p:txBody>
          <a:bodyPr/>
          <a:lstStyle/>
          <a:p>
            <a:pPr>
              <a:defRPr/>
            </a:pPr>
            <a:endParaRPr/>
          </a:p>
        </p:txBody>
      </p:sp>
      <p:sp>
        <p:nvSpPr>
          <p:cNvPr id="1987673255" name="Slide Number Placeholder 5"/>
          <p:cNvSpPr>
            <a:spLocks noGrp="1"/>
          </p:cNvSpPr>
          <p:nvPr>
            <p:ph type="sldNum" sz="quarter" idx="12"/>
          </p:nvPr>
        </p:nvSpPr>
        <p:spPr bwMode="auto"/>
        <p:txBody>
          <a:bodyPr/>
          <a:lstStyle/>
          <a:p>
            <a:pPr>
              <a:defRPr/>
            </a:pPr>
            <a:fld id="{F8E3F0E9-0FC2-4DDE-87CF-3BA6A04EA4CC}" type="slidenum">
              <a:rPr/>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472320049" name="Title 1"/>
          <p:cNvSpPr>
            <a:spLocks noGrp="1"/>
          </p:cNvSpPr>
          <p:nvPr>
            <p:ph type="title"/>
          </p:nvPr>
        </p:nvSpPr>
        <p:spPr bwMode="auto"/>
        <p:txBody>
          <a:bodyPr/>
          <a:lstStyle/>
          <a:p>
            <a:pPr>
              <a:defRPr/>
            </a:pPr>
            <a:r>
              <a:rPr/>
              <a:t>Click to edit Master title style</a:t>
            </a:r>
            <a:endParaRPr/>
          </a:p>
        </p:txBody>
      </p:sp>
      <p:sp>
        <p:nvSpPr>
          <p:cNvPr id="1869744143" name="Content Placeholder 2"/>
          <p:cNvSpPr>
            <a:spLocks noGrp="1"/>
          </p:cNvSpPr>
          <p:nvPr>
            <p:ph idx="1"/>
          </p:nvPr>
        </p:nvSpPr>
        <p:spPr bwMode="auto"/>
        <p:txBody>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371404664" name="Date Placeholder 3"/>
          <p:cNvSpPr>
            <a:spLocks noGrp="1"/>
          </p:cNvSpPr>
          <p:nvPr>
            <p:ph type="dt" sz="half" idx="10"/>
          </p:nvPr>
        </p:nvSpPr>
        <p:spPr bwMode="auto"/>
        <p:txBody>
          <a:bodyPr/>
          <a:lstStyle/>
          <a:p>
            <a:pPr>
              <a:defRPr/>
            </a:pPr>
            <a:fld id="{86EB4D43-F783-4E09-8208-6AA351DBC29B}" type="datetimeFigureOut">
              <a:rPr/>
              <a:t>22.10.2013</a:t>
            </a:fld>
            <a:endParaRPr/>
          </a:p>
        </p:txBody>
      </p:sp>
      <p:sp>
        <p:nvSpPr>
          <p:cNvPr id="422469173" name="Footer Placeholder 4"/>
          <p:cNvSpPr>
            <a:spLocks noGrp="1"/>
          </p:cNvSpPr>
          <p:nvPr>
            <p:ph type="ftr" sz="quarter" idx="11"/>
          </p:nvPr>
        </p:nvSpPr>
        <p:spPr bwMode="auto"/>
        <p:txBody>
          <a:bodyPr/>
          <a:lstStyle/>
          <a:p>
            <a:pPr>
              <a:defRPr/>
            </a:pPr>
            <a:endParaRPr/>
          </a:p>
        </p:txBody>
      </p:sp>
      <p:sp>
        <p:nvSpPr>
          <p:cNvPr id="163027993" name="Slide Number Placeholder 5"/>
          <p:cNvSpPr>
            <a:spLocks noGrp="1"/>
          </p:cNvSpPr>
          <p:nvPr>
            <p:ph type="sldNum" sz="quarter" idx="12"/>
          </p:nvPr>
        </p:nvSpPr>
        <p:spPr bwMode="auto"/>
        <p:txBody>
          <a:bodyPr/>
          <a:lstStyle/>
          <a:p>
            <a:pPr>
              <a:defRPr/>
            </a:pPr>
            <a:fld id="{F8E3F0E9-0FC2-4DDE-87CF-3BA6A04EA4CC}" type="slidenum">
              <a:rPr/>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843249353" name="Title 1"/>
          <p:cNvSpPr>
            <a:spLocks noGrp="1"/>
          </p:cNvSpPr>
          <p:nvPr>
            <p:ph type="title"/>
          </p:nvPr>
        </p:nvSpPr>
        <p:spPr bwMode="auto">
          <a:xfrm>
            <a:off x="1444626" y="6610351"/>
            <a:ext cx="15544800" cy="2043111"/>
          </a:xfrm>
        </p:spPr>
        <p:txBody>
          <a:bodyPr anchor="t"/>
          <a:lstStyle>
            <a:lvl1pPr algn="l">
              <a:defRPr sz="4000" b="1" cap="all"/>
            </a:lvl1pPr>
          </a:lstStyle>
          <a:p>
            <a:pPr>
              <a:defRPr/>
            </a:pPr>
            <a:r>
              <a:rPr/>
              <a:t>Click to edit Master title style</a:t>
            </a:r>
            <a:endParaRPr/>
          </a:p>
        </p:txBody>
      </p:sp>
      <p:sp>
        <p:nvSpPr>
          <p:cNvPr id="474873500" name="Text Placeholder 2"/>
          <p:cNvSpPr>
            <a:spLocks noGrp="1"/>
          </p:cNvSpPr>
          <p:nvPr>
            <p:ph type="body" idx="1"/>
          </p:nvPr>
        </p:nvSpPr>
        <p:spPr bwMode="auto">
          <a:xfrm>
            <a:off x="1444626" y="4360069"/>
            <a:ext cx="15544800" cy="225027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a:t>Click to edit Master text styles</a:t>
            </a:r>
            <a:endParaRPr/>
          </a:p>
        </p:txBody>
      </p:sp>
      <p:sp>
        <p:nvSpPr>
          <p:cNvPr id="74026241" name="Date Placeholder 3"/>
          <p:cNvSpPr>
            <a:spLocks noGrp="1"/>
          </p:cNvSpPr>
          <p:nvPr>
            <p:ph type="dt" sz="half" idx="10"/>
          </p:nvPr>
        </p:nvSpPr>
        <p:spPr bwMode="auto"/>
        <p:txBody>
          <a:bodyPr/>
          <a:lstStyle/>
          <a:p>
            <a:pPr>
              <a:defRPr/>
            </a:pPr>
            <a:fld id="{86EB4D43-F783-4E09-8208-6AA351DBC29B}" type="datetimeFigureOut">
              <a:rPr/>
              <a:t>22.10.2013</a:t>
            </a:fld>
            <a:endParaRPr/>
          </a:p>
        </p:txBody>
      </p:sp>
      <p:sp>
        <p:nvSpPr>
          <p:cNvPr id="553630665" name="Footer Placeholder 4"/>
          <p:cNvSpPr>
            <a:spLocks noGrp="1"/>
          </p:cNvSpPr>
          <p:nvPr>
            <p:ph type="ftr" sz="quarter" idx="11"/>
          </p:nvPr>
        </p:nvSpPr>
        <p:spPr bwMode="auto"/>
        <p:txBody>
          <a:bodyPr/>
          <a:lstStyle/>
          <a:p>
            <a:pPr>
              <a:defRPr/>
            </a:pPr>
            <a:endParaRPr/>
          </a:p>
        </p:txBody>
      </p:sp>
      <p:sp>
        <p:nvSpPr>
          <p:cNvPr id="2124159776" name="Slide Number Placeholder 5"/>
          <p:cNvSpPr>
            <a:spLocks noGrp="1"/>
          </p:cNvSpPr>
          <p:nvPr>
            <p:ph type="sldNum" sz="quarter" idx="12"/>
          </p:nvPr>
        </p:nvSpPr>
        <p:spPr bwMode="auto"/>
        <p:txBody>
          <a:bodyPr/>
          <a:lstStyle/>
          <a:p>
            <a:pPr>
              <a:defRPr/>
            </a:pPr>
            <a:fld id="{F8E3F0E9-0FC2-4DDE-87CF-3BA6A04EA4CC}" type="slidenum">
              <a:rPr/>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2071690546" name="Title 1"/>
          <p:cNvSpPr>
            <a:spLocks noGrp="1"/>
          </p:cNvSpPr>
          <p:nvPr>
            <p:ph type="title"/>
          </p:nvPr>
        </p:nvSpPr>
        <p:spPr bwMode="auto"/>
        <p:txBody>
          <a:bodyPr/>
          <a:lstStyle/>
          <a:p>
            <a:pPr>
              <a:defRPr/>
            </a:pPr>
            <a:r>
              <a:rPr/>
              <a:t>Click to edit Master title style</a:t>
            </a:r>
            <a:endParaRPr/>
          </a:p>
        </p:txBody>
      </p:sp>
      <p:sp>
        <p:nvSpPr>
          <p:cNvPr id="1877903105" name="Content Placeholder 2"/>
          <p:cNvSpPr>
            <a:spLocks noGrp="1"/>
          </p:cNvSpPr>
          <p:nvPr>
            <p:ph sz="half" idx="1"/>
          </p:nvPr>
        </p:nvSpPr>
        <p:spPr bwMode="auto">
          <a:xfrm>
            <a:off x="2375247" y="2400301"/>
            <a:ext cx="7056783" cy="678894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914781968" name="Content Placeholder 3"/>
          <p:cNvSpPr>
            <a:spLocks noGrp="1"/>
          </p:cNvSpPr>
          <p:nvPr>
            <p:ph sz="half" idx="2"/>
          </p:nvPr>
        </p:nvSpPr>
        <p:spPr bwMode="auto">
          <a:xfrm>
            <a:off x="9864079" y="2400301"/>
            <a:ext cx="7509519" cy="678894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719573037" name="Date Placeholder 4"/>
          <p:cNvSpPr>
            <a:spLocks noGrp="1"/>
          </p:cNvSpPr>
          <p:nvPr>
            <p:ph type="dt" sz="half" idx="10"/>
          </p:nvPr>
        </p:nvSpPr>
        <p:spPr bwMode="auto"/>
        <p:txBody>
          <a:bodyPr/>
          <a:lstStyle/>
          <a:p>
            <a:pPr>
              <a:defRPr/>
            </a:pPr>
            <a:fld id="{86EB4D43-F783-4E09-8208-6AA351DBC29B}" type="datetimeFigureOut">
              <a:rPr/>
              <a:t>22.10.2013</a:t>
            </a:fld>
            <a:endParaRPr/>
          </a:p>
        </p:txBody>
      </p:sp>
      <p:sp>
        <p:nvSpPr>
          <p:cNvPr id="609472233" name="Footer Placeholder 5"/>
          <p:cNvSpPr>
            <a:spLocks noGrp="1"/>
          </p:cNvSpPr>
          <p:nvPr>
            <p:ph type="ftr" sz="quarter" idx="11"/>
          </p:nvPr>
        </p:nvSpPr>
        <p:spPr bwMode="auto"/>
        <p:txBody>
          <a:bodyPr/>
          <a:lstStyle/>
          <a:p>
            <a:pPr>
              <a:defRPr/>
            </a:pPr>
            <a:endParaRPr/>
          </a:p>
        </p:txBody>
      </p:sp>
      <p:sp>
        <p:nvSpPr>
          <p:cNvPr id="1281412587" name="Slide Number Placeholder 6"/>
          <p:cNvSpPr>
            <a:spLocks noGrp="1"/>
          </p:cNvSpPr>
          <p:nvPr>
            <p:ph type="sldNum" sz="quarter" idx="12"/>
          </p:nvPr>
        </p:nvSpPr>
        <p:spPr bwMode="auto"/>
        <p:txBody>
          <a:bodyPr/>
          <a:lstStyle/>
          <a:p>
            <a:pPr>
              <a:defRPr/>
            </a:pPr>
            <a:fld id="{F8E3F0E9-0FC2-4DDE-87CF-3BA6A04EA4CC}" type="slidenum">
              <a:rPr/>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338479529" name="Title 1"/>
          <p:cNvSpPr>
            <a:spLocks noGrp="1"/>
          </p:cNvSpPr>
          <p:nvPr>
            <p:ph type="title"/>
          </p:nvPr>
        </p:nvSpPr>
        <p:spPr bwMode="auto"/>
        <p:txBody>
          <a:bodyPr/>
          <a:lstStyle>
            <a:lvl1pPr>
              <a:defRPr/>
            </a:lvl1pPr>
          </a:lstStyle>
          <a:p>
            <a:pPr>
              <a:defRPr/>
            </a:pPr>
            <a:r>
              <a:rPr/>
              <a:t>Click to edit Master title style</a:t>
            </a:r>
            <a:endParaRPr/>
          </a:p>
        </p:txBody>
      </p:sp>
      <p:sp>
        <p:nvSpPr>
          <p:cNvPr id="1052609355" name="Text Placeholder 2"/>
          <p:cNvSpPr>
            <a:spLocks noGrp="1"/>
          </p:cNvSpPr>
          <p:nvPr>
            <p:ph type="body" idx="1"/>
          </p:nvPr>
        </p:nvSpPr>
        <p:spPr bwMode="auto">
          <a:xfrm>
            <a:off x="2375247" y="2302669"/>
            <a:ext cx="7056783" cy="95964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a:t>Click to edit Master text styles</a:t>
            </a:r>
            <a:endParaRPr/>
          </a:p>
        </p:txBody>
      </p:sp>
      <p:sp>
        <p:nvSpPr>
          <p:cNvPr id="1629559518" name="Content Placeholder 3"/>
          <p:cNvSpPr>
            <a:spLocks noGrp="1"/>
          </p:cNvSpPr>
          <p:nvPr>
            <p:ph sz="half" idx="2"/>
          </p:nvPr>
        </p:nvSpPr>
        <p:spPr bwMode="auto">
          <a:xfrm>
            <a:off x="2375247" y="3262311"/>
            <a:ext cx="7056783" cy="592693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474412794" name="Text Placeholder 4"/>
          <p:cNvSpPr>
            <a:spLocks noGrp="1"/>
          </p:cNvSpPr>
          <p:nvPr>
            <p:ph type="body" sz="quarter" idx="3"/>
          </p:nvPr>
        </p:nvSpPr>
        <p:spPr bwMode="auto">
          <a:xfrm>
            <a:off x="9720063" y="2302669"/>
            <a:ext cx="7653535" cy="95964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a:t>Click to edit Master text styles</a:t>
            </a:r>
            <a:endParaRPr/>
          </a:p>
        </p:txBody>
      </p:sp>
      <p:sp>
        <p:nvSpPr>
          <p:cNvPr id="2078240923" name="Content Placeholder 5"/>
          <p:cNvSpPr>
            <a:spLocks noGrp="1"/>
          </p:cNvSpPr>
          <p:nvPr>
            <p:ph sz="quarter" idx="4"/>
          </p:nvPr>
        </p:nvSpPr>
        <p:spPr bwMode="auto">
          <a:xfrm>
            <a:off x="9720063" y="3262311"/>
            <a:ext cx="7653535" cy="592693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301008473" name="Date Placeholder 6"/>
          <p:cNvSpPr>
            <a:spLocks noGrp="1"/>
          </p:cNvSpPr>
          <p:nvPr>
            <p:ph type="dt" sz="half" idx="10"/>
          </p:nvPr>
        </p:nvSpPr>
        <p:spPr bwMode="auto"/>
        <p:txBody>
          <a:bodyPr/>
          <a:lstStyle/>
          <a:p>
            <a:pPr>
              <a:defRPr/>
            </a:pPr>
            <a:fld id="{86EB4D43-F783-4E09-8208-6AA351DBC29B}" type="datetimeFigureOut">
              <a:rPr/>
              <a:t>22.10.2013</a:t>
            </a:fld>
            <a:endParaRPr/>
          </a:p>
        </p:txBody>
      </p:sp>
      <p:sp>
        <p:nvSpPr>
          <p:cNvPr id="264361371" name="Footer Placeholder 7"/>
          <p:cNvSpPr>
            <a:spLocks noGrp="1"/>
          </p:cNvSpPr>
          <p:nvPr>
            <p:ph type="ftr" sz="quarter" idx="11"/>
          </p:nvPr>
        </p:nvSpPr>
        <p:spPr bwMode="auto"/>
        <p:txBody>
          <a:bodyPr/>
          <a:lstStyle/>
          <a:p>
            <a:pPr>
              <a:defRPr/>
            </a:pPr>
            <a:endParaRPr/>
          </a:p>
        </p:txBody>
      </p:sp>
      <p:sp>
        <p:nvSpPr>
          <p:cNvPr id="394373043" name="Slide Number Placeholder 8"/>
          <p:cNvSpPr>
            <a:spLocks noGrp="1"/>
          </p:cNvSpPr>
          <p:nvPr>
            <p:ph type="sldNum" sz="quarter" idx="12"/>
          </p:nvPr>
        </p:nvSpPr>
        <p:spPr bwMode="auto"/>
        <p:txBody>
          <a:bodyPr/>
          <a:lstStyle/>
          <a:p>
            <a:pPr>
              <a:defRPr/>
            </a:pPr>
            <a:fld id="{F8E3F0E9-0FC2-4DDE-87CF-3BA6A04EA4CC}" type="slidenum">
              <a:rPr/>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019154239" name="Title 1"/>
          <p:cNvSpPr>
            <a:spLocks noGrp="1"/>
          </p:cNvSpPr>
          <p:nvPr>
            <p:ph type="title"/>
          </p:nvPr>
        </p:nvSpPr>
        <p:spPr bwMode="auto"/>
        <p:txBody>
          <a:bodyPr/>
          <a:lstStyle/>
          <a:p>
            <a:pPr>
              <a:defRPr/>
            </a:pPr>
            <a:r>
              <a:rPr/>
              <a:t>Click to edit Master title style</a:t>
            </a:r>
            <a:endParaRPr/>
          </a:p>
        </p:txBody>
      </p:sp>
      <p:sp>
        <p:nvSpPr>
          <p:cNvPr id="46446683" name="Date Placeholder 2"/>
          <p:cNvSpPr>
            <a:spLocks noGrp="1"/>
          </p:cNvSpPr>
          <p:nvPr>
            <p:ph type="dt" sz="half" idx="10"/>
          </p:nvPr>
        </p:nvSpPr>
        <p:spPr bwMode="auto"/>
        <p:txBody>
          <a:bodyPr/>
          <a:lstStyle/>
          <a:p>
            <a:pPr>
              <a:defRPr/>
            </a:pPr>
            <a:fld id="{86EB4D43-F783-4E09-8208-6AA351DBC29B}" type="datetimeFigureOut">
              <a:rPr/>
              <a:t>22.10.2013</a:t>
            </a:fld>
            <a:endParaRPr/>
          </a:p>
        </p:txBody>
      </p:sp>
      <p:sp>
        <p:nvSpPr>
          <p:cNvPr id="864975645" name="Footer Placeholder 3"/>
          <p:cNvSpPr>
            <a:spLocks noGrp="1"/>
          </p:cNvSpPr>
          <p:nvPr>
            <p:ph type="ftr" sz="quarter" idx="11"/>
          </p:nvPr>
        </p:nvSpPr>
        <p:spPr bwMode="auto"/>
        <p:txBody>
          <a:bodyPr/>
          <a:lstStyle/>
          <a:p>
            <a:pPr>
              <a:defRPr/>
            </a:pPr>
            <a:endParaRPr/>
          </a:p>
        </p:txBody>
      </p:sp>
      <p:sp>
        <p:nvSpPr>
          <p:cNvPr id="198560762" name="Slide Number Placeholder 4"/>
          <p:cNvSpPr>
            <a:spLocks noGrp="1"/>
          </p:cNvSpPr>
          <p:nvPr>
            <p:ph type="sldNum" sz="quarter" idx="12"/>
          </p:nvPr>
        </p:nvSpPr>
        <p:spPr bwMode="auto"/>
        <p:txBody>
          <a:bodyPr/>
          <a:lstStyle/>
          <a:p>
            <a:pPr>
              <a:defRPr/>
            </a:pPr>
            <a:fld id="{F8E3F0E9-0FC2-4DDE-87CF-3BA6A04EA4CC}" type="slidenum">
              <a:rPr/>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948463169" name="Date Placeholder 1"/>
          <p:cNvSpPr>
            <a:spLocks noGrp="1"/>
          </p:cNvSpPr>
          <p:nvPr>
            <p:ph type="dt" sz="half" idx="10"/>
          </p:nvPr>
        </p:nvSpPr>
        <p:spPr bwMode="auto"/>
        <p:txBody>
          <a:bodyPr/>
          <a:lstStyle/>
          <a:p>
            <a:pPr>
              <a:defRPr/>
            </a:pPr>
            <a:fld id="{86EB4D43-F783-4E09-8208-6AA351DBC29B}" type="datetimeFigureOut">
              <a:rPr/>
              <a:t>22.10.2013</a:t>
            </a:fld>
            <a:endParaRPr/>
          </a:p>
        </p:txBody>
      </p:sp>
      <p:sp>
        <p:nvSpPr>
          <p:cNvPr id="1344722323" name="Footer Placeholder 2"/>
          <p:cNvSpPr>
            <a:spLocks noGrp="1"/>
          </p:cNvSpPr>
          <p:nvPr>
            <p:ph type="ftr" sz="quarter" idx="11"/>
          </p:nvPr>
        </p:nvSpPr>
        <p:spPr bwMode="auto"/>
        <p:txBody>
          <a:bodyPr/>
          <a:lstStyle/>
          <a:p>
            <a:pPr>
              <a:defRPr/>
            </a:pPr>
            <a:endParaRPr/>
          </a:p>
        </p:txBody>
      </p:sp>
      <p:sp>
        <p:nvSpPr>
          <p:cNvPr id="188853160" name="Slide Number Placeholder 3"/>
          <p:cNvSpPr>
            <a:spLocks noGrp="1"/>
          </p:cNvSpPr>
          <p:nvPr>
            <p:ph type="sldNum" sz="quarter" idx="12"/>
          </p:nvPr>
        </p:nvSpPr>
        <p:spPr bwMode="auto"/>
        <p:txBody>
          <a:bodyPr/>
          <a:lstStyle/>
          <a:p>
            <a:pPr>
              <a:defRPr/>
            </a:pPr>
            <a:fld id="{F8E3F0E9-0FC2-4DDE-87CF-3BA6A04EA4CC}" type="slidenum">
              <a:rPr/>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356901103" name="Title 1"/>
          <p:cNvSpPr>
            <a:spLocks noGrp="1"/>
          </p:cNvSpPr>
          <p:nvPr>
            <p:ph type="title"/>
          </p:nvPr>
        </p:nvSpPr>
        <p:spPr bwMode="auto">
          <a:xfrm>
            <a:off x="2375247" y="409573"/>
            <a:ext cx="5328591" cy="1743075"/>
          </a:xfrm>
        </p:spPr>
        <p:txBody>
          <a:bodyPr anchor="b"/>
          <a:lstStyle>
            <a:lvl1pPr algn="l">
              <a:defRPr sz="2000" b="1"/>
            </a:lvl1pPr>
          </a:lstStyle>
          <a:p>
            <a:pPr>
              <a:defRPr/>
            </a:pPr>
            <a:r>
              <a:rPr/>
              <a:t>Click to edit Master title style</a:t>
            </a:r>
            <a:endParaRPr/>
          </a:p>
        </p:txBody>
      </p:sp>
      <p:sp>
        <p:nvSpPr>
          <p:cNvPr id="945568768" name="Content Placeholder 2"/>
          <p:cNvSpPr>
            <a:spLocks noGrp="1"/>
          </p:cNvSpPr>
          <p:nvPr>
            <p:ph idx="1"/>
          </p:nvPr>
        </p:nvSpPr>
        <p:spPr bwMode="auto">
          <a:xfrm>
            <a:off x="7991871" y="409575"/>
            <a:ext cx="9381727" cy="87796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004263287" name="Text Placeholder 3"/>
          <p:cNvSpPr>
            <a:spLocks noGrp="1"/>
          </p:cNvSpPr>
          <p:nvPr>
            <p:ph type="body" sz="half" idx="2"/>
          </p:nvPr>
        </p:nvSpPr>
        <p:spPr bwMode="auto">
          <a:xfrm>
            <a:off x="2375247" y="2152651"/>
            <a:ext cx="5328591" cy="703659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a:t>Click to edit Master text styles</a:t>
            </a:r>
            <a:endParaRPr/>
          </a:p>
        </p:txBody>
      </p:sp>
      <p:sp>
        <p:nvSpPr>
          <p:cNvPr id="928847258" name="Date Placeholder 4"/>
          <p:cNvSpPr>
            <a:spLocks noGrp="1"/>
          </p:cNvSpPr>
          <p:nvPr>
            <p:ph type="dt" sz="half" idx="10"/>
          </p:nvPr>
        </p:nvSpPr>
        <p:spPr bwMode="auto"/>
        <p:txBody>
          <a:bodyPr/>
          <a:lstStyle/>
          <a:p>
            <a:pPr>
              <a:defRPr/>
            </a:pPr>
            <a:fld id="{86EB4D43-F783-4E09-8208-6AA351DBC29B}" type="datetimeFigureOut">
              <a:rPr/>
              <a:t>22.10.2013</a:t>
            </a:fld>
            <a:endParaRPr/>
          </a:p>
        </p:txBody>
      </p:sp>
      <p:sp>
        <p:nvSpPr>
          <p:cNvPr id="429658927" name="Footer Placeholder 5"/>
          <p:cNvSpPr>
            <a:spLocks noGrp="1"/>
          </p:cNvSpPr>
          <p:nvPr>
            <p:ph type="ftr" sz="quarter" idx="11"/>
          </p:nvPr>
        </p:nvSpPr>
        <p:spPr bwMode="auto"/>
        <p:txBody>
          <a:bodyPr/>
          <a:lstStyle/>
          <a:p>
            <a:pPr>
              <a:defRPr/>
            </a:pPr>
            <a:endParaRPr/>
          </a:p>
        </p:txBody>
      </p:sp>
      <p:sp>
        <p:nvSpPr>
          <p:cNvPr id="57487475" name="Slide Number Placeholder 6"/>
          <p:cNvSpPr>
            <a:spLocks noGrp="1"/>
          </p:cNvSpPr>
          <p:nvPr>
            <p:ph type="sldNum" sz="quarter" idx="12"/>
          </p:nvPr>
        </p:nvSpPr>
        <p:spPr bwMode="auto"/>
        <p:txBody>
          <a:bodyPr/>
          <a:lstStyle/>
          <a:p>
            <a:pPr>
              <a:defRPr/>
            </a:pPr>
            <a:fld id="{F8E3F0E9-0FC2-4DDE-87CF-3BA6A04EA4CC}" type="slidenum">
              <a:rPr/>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2067803842" name="Title 1"/>
          <p:cNvSpPr>
            <a:spLocks noGrp="1"/>
          </p:cNvSpPr>
          <p:nvPr>
            <p:ph type="title"/>
          </p:nvPr>
        </p:nvSpPr>
        <p:spPr bwMode="auto">
          <a:xfrm>
            <a:off x="2375247" y="7200900"/>
            <a:ext cx="14977663" cy="850107"/>
          </a:xfrm>
        </p:spPr>
        <p:txBody>
          <a:bodyPr anchor="b"/>
          <a:lstStyle>
            <a:lvl1pPr algn="l">
              <a:defRPr sz="2000" b="1"/>
            </a:lvl1pPr>
          </a:lstStyle>
          <a:p>
            <a:pPr>
              <a:defRPr/>
            </a:pPr>
            <a:r>
              <a:rPr/>
              <a:t>Click to edit Master title style</a:t>
            </a:r>
            <a:endParaRPr/>
          </a:p>
        </p:txBody>
      </p:sp>
      <p:sp>
        <p:nvSpPr>
          <p:cNvPr id="292668065" name="Picture Placeholder 2"/>
          <p:cNvSpPr>
            <a:spLocks noGrp="1"/>
          </p:cNvSpPr>
          <p:nvPr>
            <p:ph type="pic" idx="1"/>
          </p:nvPr>
        </p:nvSpPr>
        <p:spPr bwMode="auto">
          <a:xfrm>
            <a:off x="2375247" y="919161"/>
            <a:ext cx="14977663" cy="61722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a:p>
        </p:txBody>
      </p:sp>
      <p:sp>
        <p:nvSpPr>
          <p:cNvPr id="1007743624" name="Text Placeholder 3"/>
          <p:cNvSpPr>
            <a:spLocks noGrp="1"/>
          </p:cNvSpPr>
          <p:nvPr>
            <p:ph type="body" sz="half" idx="2"/>
          </p:nvPr>
        </p:nvSpPr>
        <p:spPr bwMode="auto">
          <a:xfrm>
            <a:off x="2375247" y="8051005"/>
            <a:ext cx="14977663" cy="120729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a:t>Click to edit Master text styles</a:t>
            </a:r>
            <a:endParaRPr/>
          </a:p>
        </p:txBody>
      </p:sp>
      <p:sp>
        <p:nvSpPr>
          <p:cNvPr id="1623681367" name="Date Placeholder 4"/>
          <p:cNvSpPr>
            <a:spLocks noGrp="1"/>
          </p:cNvSpPr>
          <p:nvPr>
            <p:ph type="dt" sz="half" idx="10"/>
          </p:nvPr>
        </p:nvSpPr>
        <p:spPr bwMode="auto"/>
        <p:txBody>
          <a:bodyPr/>
          <a:lstStyle/>
          <a:p>
            <a:pPr>
              <a:defRPr/>
            </a:pPr>
            <a:fld id="{86EB4D43-F783-4E09-8208-6AA351DBC29B}" type="datetimeFigureOut">
              <a:rPr/>
              <a:t>22.10.2013</a:t>
            </a:fld>
            <a:endParaRPr/>
          </a:p>
        </p:txBody>
      </p:sp>
      <p:sp>
        <p:nvSpPr>
          <p:cNvPr id="819335902" name="Footer Placeholder 5"/>
          <p:cNvSpPr>
            <a:spLocks noGrp="1"/>
          </p:cNvSpPr>
          <p:nvPr>
            <p:ph type="ftr" sz="quarter" idx="11"/>
          </p:nvPr>
        </p:nvSpPr>
        <p:spPr bwMode="auto"/>
        <p:txBody>
          <a:bodyPr/>
          <a:lstStyle/>
          <a:p>
            <a:pPr>
              <a:defRPr/>
            </a:pPr>
            <a:endParaRPr/>
          </a:p>
        </p:txBody>
      </p:sp>
      <p:sp>
        <p:nvSpPr>
          <p:cNvPr id="1601259433" name="Slide Number Placeholder 6"/>
          <p:cNvSpPr>
            <a:spLocks noGrp="1"/>
          </p:cNvSpPr>
          <p:nvPr>
            <p:ph type="sldNum" sz="quarter" idx="12"/>
          </p:nvPr>
        </p:nvSpPr>
        <p:spPr bwMode="auto"/>
        <p:txBody>
          <a:bodyPr/>
          <a:lstStyle/>
          <a:p>
            <a:pPr>
              <a:defRPr/>
            </a:pPr>
            <a:fld id="{F8E3F0E9-0FC2-4DDE-87CF-3BA6A04EA4CC}" type="slidenum">
              <a:rPr/>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256383673" name="Title 1"/>
          <p:cNvSpPr>
            <a:spLocks noGrp="1"/>
          </p:cNvSpPr>
          <p:nvPr>
            <p:ph type="title"/>
          </p:nvPr>
        </p:nvSpPr>
        <p:spPr bwMode="auto"/>
        <p:txBody>
          <a:bodyPr/>
          <a:lstStyle/>
          <a:p>
            <a:pPr>
              <a:defRPr/>
            </a:pPr>
            <a:r>
              <a:rPr/>
              <a:t>Click to edit Master title style</a:t>
            </a:r>
            <a:endParaRPr/>
          </a:p>
        </p:txBody>
      </p:sp>
      <p:sp>
        <p:nvSpPr>
          <p:cNvPr id="664583885" name="Vertical Text Placeholder 2"/>
          <p:cNvSpPr>
            <a:spLocks noGrp="1"/>
          </p:cNvSpPr>
          <p:nvPr>
            <p:ph type="body" orient="vert" idx="1"/>
          </p:nvPr>
        </p:nvSpPr>
        <p:spPr bwMode="auto"/>
        <p:txBody>
          <a:bodyPr vert="eaVert"/>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808195974" name="Date Placeholder 3"/>
          <p:cNvSpPr>
            <a:spLocks noGrp="1"/>
          </p:cNvSpPr>
          <p:nvPr>
            <p:ph type="dt" sz="half" idx="10"/>
          </p:nvPr>
        </p:nvSpPr>
        <p:spPr bwMode="auto"/>
        <p:txBody>
          <a:bodyPr/>
          <a:lstStyle/>
          <a:p>
            <a:pPr>
              <a:defRPr/>
            </a:pPr>
            <a:fld id="{86EB4D43-F783-4E09-8208-6AA351DBC29B}" type="datetimeFigureOut">
              <a:rPr/>
              <a:t>22.10.2013</a:t>
            </a:fld>
            <a:endParaRPr/>
          </a:p>
        </p:txBody>
      </p:sp>
      <p:sp>
        <p:nvSpPr>
          <p:cNvPr id="42812822" name="Footer Placeholder 4"/>
          <p:cNvSpPr>
            <a:spLocks noGrp="1"/>
          </p:cNvSpPr>
          <p:nvPr>
            <p:ph type="ftr" sz="quarter" idx="11"/>
          </p:nvPr>
        </p:nvSpPr>
        <p:spPr bwMode="auto"/>
        <p:txBody>
          <a:bodyPr/>
          <a:lstStyle/>
          <a:p>
            <a:pPr>
              <a:defRPr/>
            </a:pPr>
            <a:endParaRPr/>
          </a:p>
        </p:txBody>
      </p:sp>
      <p:sp>
        <p:nvSpPr>
          <p:cNvPr id="1466524684" name="Slide Number Placeholder 5"/>
          <p:cNvSpPr>
            <a:spLocks noGrp="1"/>
          </p:cNvSpPr>
          <p:nvPr>
            <p:ph type="sldNum" sz="quarter" idx="12"/>
          </p:nvPr>
        </p:nvSpPr>
        <p:spPr bwMode="auto"/>
        <p:txBody>
          <a:bodyPr/>
          <a:lstStyle/>
          <a:p>
            <a:pPr>
              <a:defRPr/>
            </a:pPr>
            <a:fld id="{F8E3F0E9-0FC2-4DDE-87CF-3BA6A04EA4CC}" type="slidenum">
              <a:rPr/>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555915358" name="Vertical Title 1"/>
          <p:cNvSpPr>
            <a:spLocks noGrp="1"/>
          </p:cNvSpPr>
          <p:nvPr>
            <p:ph type="title" orient="vert"/>
          </p:nvPr>
        </p:nvSpPr>
        <p:spPr bwMode="auto">
          <a:xfrm>
            <a:off x="13258800" y="411957"/>
            <a:ext cx="4114800" cy="8777287"/>
          </a:xfrm>
        </p:spPr>
        <p:txBody>
          <a:bodyPr vert="eaVert"/>
          <a:lstStyle>
            <a:lvl1pPr algn="ctr">
              <a:defRPr/>
            </a:lvl1pPr>
          </a:lstStyle>
          <a:p>
            <a:pPr>
              <a:defRPr/>
            </a:pPr>
            <a:r>
              <a:rPr/>
              <a:t>Click to edit Master title style</a:t>
            </a:r>
            <a:endParaRPr/>
          </a:p>
        </p:txBody>
      </p:sp>
      <p:sp>
        <p:nvSpPr>
          <p:cNvPr id="1067863917" name="Vertical Text Placeholder 2"/>
          <p:cNvSpPr>
            <a:spLocks noGrp="1"/>
          </p:cNvSpPr>
          <p:nvPr>
            <p:ph type="body" orient="vert" idx="1"/>
          </p:nvPr>
        </p:nvSpPr>
        <p:spPr bwMode="auto">
          <a:xfrm>
            <a:off x="914400" y="411957"/>
            <a:ext cx="12039599" cy="8777287"/>
          </a:xfrm>
        </p:spPr>
        <p:txBody>
          <a:bodyPr vert="eaVert"/>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319332164" name="Date Placeholder 3"/>
          <p:cNvSpPr>
            <a:spLocks noGrp="1"/>
          </p:cNvSpPr>
          <p:nvPr>
            <p:ph type="dt" sz="half" idx="10"/>
          </p:nvPr>
        </p:nvSpPr>
        <p:spPr bwMode="auto"/>
        <p:txBody>
          <a:bodyPr/>
          <a:lstStyle/>
          <a:p>
            <a:pPr>
              <a:defRPr/>
            </a:pPr>
            <a:fld id="{86EB4D43-F783-4E09-8208-6AA351DBC29B}" type="datetimeFigureOut">
              <a:rPr/>
              <a:t>22.10.2013</a:t>
            </a:fld>
            <a:endParaRPr/>
          </a:p>
        </p:txBody>
      </p:sp>
      <p:sp>
        <p:nvSpPr>
          <p:cNvPr id="1401476661" name="Footer Placeholder 4"/>
          <p:cNvSpPr>
            <a:spLocks noGrp="1"/>
          </p:cNvSpPr>
          <p:nvPr>
            <p:ph type="ftr" sz="quarter" idx="11"/>
          </p:nvPr>
        </p:nvSpPr>
        <p:spPr bwMode="auto"/>
        <p:txBody>
          <a:bodyPr/>
          <a:lstStyle/>
          <a:p>
            <a:pPr>
              <a:defRPr/>
            </a:pPr>
            <a:endParaRPr/>
          </a:p>
        </p:txBody>
      </p:sp>
      <p:sp>
        <p:nvSpPr>
          <p:cNvPr id="1226435625" name="Slide Number Placeholder 5"/>
          <p:cNvSpPr>
            <a:spLocks noGrp="1"/>
          </p:cNvSpPr>
          <p:nvPr>
            <p:ph type="sldNum" sz="quarter" idx="12"/>
          </p:nvPr>
        </p:nvSpPr>
        <p:spPr bwMode="auto"/>
        <p:txBody>
          <a:bodyPr/>
          <a:lstStyle/>
          <a:p>
            <a:pPr>
              <a:defRPr/>
            </a:pPr>
            <a:fld id="{F8E3F0E9-0FC2-4DDE-87CF-3BA6A04EA4CC}" type="slidenum">
              <a:rPr/>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_rels/slideMaster3.xml.rels><?xml version="1.0" encoding="UTF-8" standalone="yes"?><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628131730"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427051904"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00021796"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D8BD707-D9CF-40AE-B4C6-C98DA3205C09}" type="datetimeFigureOut">
              <a:rPr lang="en-US"/>
              <a:t>8/1/2011</a:t>
            </a:fld>
            <a:endParaRPr lang="en-US"/>
          </a:p>
        </p:txBody>
      </p:sp>
      <p:sp>
        <p:nvSpPr>
          <p:cNvPr id="81481517"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202912065"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6F15528-21DE-4FAA-801E-634DDDAF4B2B}"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598844990" name="Text Placeholder 2"/>
          <p:cNvSpPr>
            <a:spLocks noGrp="1"/>
          </p:cNvSpPr>
          <p:nvPr>
            <p:ph type="body" idx="1"/>
          </p:nvPr>
        </p:nvSpPr>
        <p:spPr bwMode="auto">
          <a:xfrm>
            <a:off x="2375247" y="2400301"/>
            <a:ext cx="14998351" cy="6788943"/>
          </a:xfrm>
          <a:prstGeom prst="rect">
            <a:avLst/>
          </a:prstGeom>
        </p:spPr>
        <p:txBody>
          <a:bodyPr vert="horz" lIns="91440" tIns="45720" rIns="91440" bIns="45720" rtlCol="0">
            <a:normAutofit/>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2048085873" name="Shape 1058"/>
          <p:cNvSpPr>
            <a:spLocks noChangeArrowheads="1" noGrp="1"/>
          </p:cNvSpPr>
          <p:nvPr userDrawn="1"/>
        </p:nvSpPr>
        <p:spPr bwMode="auto">
          <a:xfrm>
            <a:off x="0" y="0"/>
            <a:ext cx="18288000" cy="10287000"/>
          </a:xfrm>
          <a:custGeom>
            <a:avLst/>
            <a:gdLst/>
            <a:ahLst/>
            <a:cxnLst/>
            <a:rect l="l" t="t" r="r" b="b"/>
            <a:pathLst>
              <a:path w="43200" h="43200" fill="norm" stroke="0" extrusionOk="0">
                <a:moveTo>
                  <a:pt x="6343" y="6641"/>
                </a:moveTo>
                <a:lnTo>
                  <a:pt x="6343" y="6641"/>
                </a:lnTo>
                <a:cubicBezTo>
                  <a:pt x="7781" y="2374"/>
                  <a:pt x="8594" y="0"/>
                  <a:pt x="8594" y="0"/>
                </a:cubicBezTo>
                <a:lnTo>
                  <a:pt x="0" y="0"/>
                </a:lnTo>
                <a:lnTo>
                  <a:pt x="0" y="43200"/>
                </a:lnTo>
                <a:lnTo>
                  <a:pt x="43200" y="43200"/>
                </a:lnTo>
                <a:lnTo>
                  <a:pt x="43200" y="37760"/>
                </a:lnTo>
                <a:lnTo>
                  <a:pt x="43200" y="37760"/>
                </a:lnTo>
                <a:cubicBezTo>
                  <a:pt x="43200" y="37760"/>
                  <a:pt x="34824" y="39282"/>
                  <a:pt x="21228" y="41101"/>
                </a:cubicBezTo>
                <a:lnTo>
                  <a:pt x="21228" y="41101"/>
                </a:lnTo>
                <a:cubicBezTo>
                  <a:pt x="3446" y="43478"/>
                  <a:pt x="-5241" y="41016"/>
                  <a:pt x="6343" y="6641"/>
                </a:cubicBezTo>
                <a:close/>
              </a:path>
            </a:pathLst>
          </a:custGeom>
          <a:solidFill>
            <a:schemeClr val="accent1"/>
          </a:solidFill>
          <a:ln w="9524">
            <a:solidFill>
              <a:srgbClr val="000000"/>
            </a:solidFill>
            <a:round/>
            <a:headEnd/>
            <a:tailEnd/>
          </a:ln>
        </p:spPr>
      </p:sp>
      <p:sp>
        <p:nvSpPr>
          <p:cNvPr id="948482730" name="Shape 1059"/>
          <p:cNvSpPr>
            <a:spLocks noChangeArrowheads="1" noGrp="1"/>
          </p:cNvSpPr>
          <p:nvPr userDrawn="1"/>
        </p:nvSpPr>
        <p:spPr bwMode="auto">
          <a:xfrm>
            <a:off x="0" y="0"/>
            <a:ext cx="18288000" cy="10287000"/>
          </a:xfrm>
        </p:spPr>
      </p:sp>
      <p:sp>
        <p:nvSpPr>
          <p:cNvPr id="253695799" name="Shape 1060"/>
          <p:cNvSpPr>
            <a:spLocks noChangeArrowheads="1" noGrp="1"/>
          </p:cNvSpPr>
          <p:nvPr userDrawn="1"/>
        </p:nvSpPr>
        <p:spPr bwMode="auto">
          <a:xfrm>
            <a:off x="0" y="0"/>
            <a:ext cx="18288000" cy="10287000"/>
          </a:xfrm>
          <a:custGeom>
            <a:avLst/>
            <a:gdLst/>
            <a:ahLst/>
            <a:cxnLst/>
            <a:rect l="l" t="t" r="r" b="b"/>
            <a:pathLst>
              <a:path w="43200" h="43200" fill="norm" stroke="0" extrusionOk="0">
                <a:moveTo>
                  <a:pt x="22361" y="36777"/>
                </a:moveTo>
                <a:lnTo>
                  <a:pt x="22361" y="36777"/>
                </a:lnTo>
                <a:cubicBezTo>
                  <a:pt x="5219" y="39070"/>
                  <a:pt x="-2372" y="36412"/>
                  <a:pt x="7775" y="6299"/>
                </a:cubicBezTo>
                <a:lnTo>
                  <a:pt x="7775" y="6299"/>
                </a:lnTo>
                <a:cubicBezTo>
                  <a:pt x="9119" y="2311"/>
                  <a:pt x="9892" y="58"/>
                  <a:pt x="9911" y="0"/>
                </a:cubicBezTo>
                <a:lnTo>
                  <a:pt x="8597" y="0"/>
                </a:lnTo>
                <a:lnTo>
                  <a:pt x="8597" y="0"/>
                </a:lnTo>
                <a:cubicBezTo>
                  <a:pt x="8597" y="0"/>
                  <a:pt x="7784" y="2374"/>
                  <a:pt x="6346" y="6641"/>
                </a:cubicBezTo>
                <a:lnTo>
                  <a:pt x="6346" y="6641"/>
                </a:lnTo>
                <a:cubicBezTo>
                  <a:pt x="-5238" y="41016"/>
                  <a:pt x="3448" y="43478"/>
                  <a:pt x="21229" y="41101"/>
                </a:cubicBezTo>
                <a:lnTo>
                  <a:pt x="21229" y="41101"/>
                </a:lnTo>
                <a:cubicBezTo>
                  <a:pt x="34825" y="39282"/>
                  <a:pt x="43200" y="37760"/>
                  <a:pt x="43200" y="37760"/>
                </a:cubicBezTo>
                <a:lnTo>
                  <a:pt x="43200" y="33612"/>
                </a:lnTo>
                <a:lnTo>
                  <a:pt x="43200" y="33612"/>
                </a:lnTo>
                <a:cubicBezTo>
                  <a:pt x="43110" y="33630"/>
                  <a:pt x="35168" y="35065"/>
                  <a:pt x="22361" y="36777"/>
                </a:cubicBezTo>
                <a:close/>
              </a:path>
            </a:pathLst>
          </a:custGeom>
          <a:solidFill>
            <a:schemeClr val="accent1">
              <a:alpha val="9000"/>
            </a:schemeClr>
          </a:solidFill>
          <a:ln w="9524">
            <a:solidFill>
              <a:srgbClr val="000000"/>
            </a:solidFill>
            <a:round/>
            <a:headEnd/>
            <a:tailEnd/>
          </a:ln>
        </p:spPr>
      </p:sp>
      <p:sp>
        <p:nvSpPr>
          <p:cNvPr id="1900439807" name="Shape 1061"/>
          <p:cNvSpPr>
            <a:spLocks noChangeArrowheads="1" noGrp="1"/>
          </p:cNvSpPr>
          <p:nvPr userDrawn="1"/>
        </p:nvSpPr>
        <p:spPr bwMode="auto">
          <a:xfrm>
            <a:off x="0" y="0"/>
            <a:ext cx="18288000" cy="10287000"/>
          </a:xfrm>
          <a:custGeom>
            <a:avLst/>
            <a:gdLst/>
            <a:ahLst/>
            <a:cxnLst/>
            <a:rect l="l" t="t" r="r" b="b"/>
            <a:pathLst>
              <a:path w="43200" h="43200" fill="norm" stroke="0" extrusionOk="0">
                <a:moveTo>
                  <a:pt x="22276" y="37156"/>
                </a:moveTo>
                <a:lnTo>
                  <a:pt x="22276" y="37156"/>
                </a:lnTo>
                <a:cubicBezTo>
                  <a:pt x="5093" y="39454"/>
                  <a:pt x="-2596" y="36819"/>
                  <a:pt x="7680" y="6325"/>
                </a:cubicBezTo>
                <a:lnTo>
                  <a:pt x="7680" y="6325"/>
                </a:lnTo>
                <a:cubicBezTo>
                  <a:pt x="9010" y="2380"/>
                  <a:pt x="9781" y="117"/>
                  <a:pt x="9819" y="0"/>
                </a:cubicBezTo>
                <a:lnTo>
                  <a:pt x="8597" y="0"/>
                </a:lnTo>
                <a:lnTo>
                  <a:pt x="8597" y="0"/>
                </a:lnTo>
                <a:cubicBezTo>
                  <a:pt x="8597" y="0"/>
                  <a:pt x="7784" y="2374"/>
                  <a:pt x="6346" y="6641"/>
                </a:cubicBezTo>
                <a:lnTo>
                  <a:pt x="6346" y="6641"/>
                </a:lnTo>
                <a:cubicBezTo>
                  <a:pt x="-5238" y="41016"/>
                  <a:pt x="3448" y="43478"/>
                  <a:pt x="21229" y="41101"/>
                </a:cubicBezTo>
                <a:lnTo>
                  <a:pt x="21229" y="41101"/>
                </a:lnTo>
                <a:cubicBezTo>
                  <a:pt x="34825" y="39282"/>
                  <a:pt x="43200" y="37760"/>
                  <a:pt x="43200" y="37760"/>
                </a:cubicBezTo>
                <a:lnTo>
                  <a:pt x="43200" y="33980"/>
                </a:lnTo>
                <a:lnTo>
                  <a:pt x="43200" y="33980"/>
                </a:lnTo>
                <a:cubicBezTo>
                  <a:pt x="43020" y="34016"/>
                  <a:pt x="35046" y="35449"/>
                  <a:pt x="22276" y="37156"/>
                </a:cubicBezTo>
                <a:close/>
              </a:path>
            </a:pathLst>
          </a:custGeom>
          <a:solidFill>
            <a:schemeClr val="accent1">
              <a:alpha val="18000"/>
            </a:schemeClr>
          </a:solidFill>
          <a:ln w="9524">
            <a:solidFill>
              <a:srgbClr val="000000"/>
            </a:solidFill>
            <a:round/>
            <a:headEnd/>
            <a:tailEnd/>
          </a:ln>
        </p:spPr>
      </p:sp>
      <p:sp>
        <p:nvSpPr>
          <p:cNvPr id="2027369658" name="Shape 1062"/>
          <p:cNvSpPr>
            <a:spLocks noChangeArrowheads="1" noGrp="1"/>
          </p:cNvSpPr>
          <p:nvPr userDrawn="1"/>
        </p:nvSpPr>
        <p:spPr bwMode="auto">
          <a:xfrm>
            <a:off x="0" y="0"/>
            <a:ext cx="18288000" cy="10287000"/>
          </a:xfrm>
          <a:custGeom>
            <a:avLst/>
            <a:gdLst/>
            <a:ahLst/>
            <a:cxnLst/>
            <a:rect l="l" t="t" r="r" b="b"/>
            <a:pathLst>
              <a:path w="43200" h="43200" fill="norm" stroke="0" extrusionOk="0">
                <a:moveTo>
                  <a:pt x="22192" y="37535"/>
                </a:moveTo>
                <a:lnTo>
                  <a:pt x="22192" y="37535"/>
                </a:lnTo>
                <a:cubicBezTo>
                  <a:pt x="4968" y="39839"/>
                  <a:pt x="-2820" y="37226"/>
                  <a:pt x="7585" y="6350"/>
                </a:cubicBezTo>
                <a:lnTo>
                  <a:pt x="7585" y="6350"/>
                </a:lnTo>
                <a:cubicBezTo>
                  <a:pt x="8900" y="2448"/>
                  <a:pt x="9670" y="176"/>
                  <a:pt x="9726" y="0"/>
                </a:cubicBezTo>
                <a:lnTo>
                  <a:pt x="8597" y="0"/>
                </a:lnTo>
                <a:lnTo>
                  <a:pt x="8597" y="0"/>
                </a:lnTo>
                <a:cubicBezTo>
                  <a:pt x="8597" y="0"/>
                  <a:pt x="7784" y="2374"/>
                  <a:pt x="6346" y="6641"/>
                </a:cubicBezTo>
                <a:lnTo>
                  <a:pt x="6346" y="6641"/>
                </a:lnTo>
                <a:cubicBezTo>
                  <a:pt x="-5238" y="41016"/>
                  <a:pt x="3448" y="43478"/>
                  <a:pt x="21229" y="41101"/>
                </a:cubicBezTo>
                <a:lnTo>
                  <a:pt x="21229" y="41101"/>
                </a:lnTo>
                <a:cubicBezTo>
                  <a:pt x="34825" y="39282"/>
                  <a:pt x="43200" y="37760"/>
                  <a:pt x="43200" y="37760"/>
                </a:cubicBezTo>
                <a:lnTo>
                  <a:pt x="43200" y="34348"/>
                </a:lnTo>
                <a:lnTo>
                  <a:pt x="43200" y="34348"/>
                </a:lnTo>
                <a:cubicBezTo>
                  <a:pt x="42885" y="34402"/>
                  <a:pt x="34924" y="35833"/>
                  <a:pt x="22192" y="37535"/>
                </a:cubicBezTo>
                <a:close/>
              </a:path>
            </a:pathLst>
          </a:custGeom>
          <a:solidFill>
            <a:schemeClr val="accent1">
              <a:alpha val="26999"/>
            </a:schemeClr>
          </a:solidFill>
          <a:ln w="9524">
            <a:solidFill>
              <a:srgbClr val="000000"/>
            </a:solidFill>
            <a:round/>
            <a:headEnd/>
            <a:tailEnd/>
          </a:ln>
        </p:spPr>
      </p:sp>
      <p:sp>
        <p:nvSpPr>
          <p:cNvPr id="1500490251" name="Shape 1063"/>
          <p:cNvSpPr>
            <a:spLocks noChangeArrowheads="1" noGrp="1"/>
          </p:cNvSpPr>
          <p:nvPr userDrawn="1"/>
        </p:nvSpPr>
        <p:spPr bwMode="auto">
          <a:xfrm>
            <a:off x="0" y="0"/>
            <a:ext cx="18288000" cy="10287000"/>
          </a:xfrm>
          <a:custGeom>
            <a:avLst/>
            <a:gdLst/>
            <a:ahLst/>
            <a:cxnLst/>
            <a:rect l="l" t="t" r="r" b="b"/>
            <a:pathLst>
              <a:path w="43200" h="43200" fill="norm" stroke="0" extrusionOk="0">
                <a:moveTo>
                  <a:pt x="22107" y="37914"/>
                </a:moveTo>
                <a:lnTo>
                  <a:pt x="22107" y="37914"/>
                </a:lnTo>
                <a:cubicBezTo>
                  <a:pt x="4842" y="40223"/>
                  <a:pt x="-3044" y="37634"/>
                  <a:pt x="7490" y="6376"/>
                </a:cubicBezTo>
                <a:lnTo>
                  <a:pt x="7490" y="6376"/>
                </a:lnTo>
                <a:cubicBezTo>
                  <a:pt x="8790" y="2517"/>
                  <a:pt x="9559" y="235"/>
                  <a:pt x="9634" y="0"/>
                </a:cubicBezTo>
                <a:lnTo>
                  <a:pt x="8597" y="0"/>
                </a:lnTo>
                <a:lnTo>
                  <a:pt x="8597" y="0"/>
                </a:lnTo>
                <a:cubicBezTo>
                  <a:pt x="8597" y="0"/>
                  <a:pt x="7784" y="2374"/>
                  <a:pt x="6346" y="6641"/>
                </a:cubicBezTo>
                <a:lnTo>
                  <a:pt x="6346" y="6641"/>
                </a:lnTo>
                <a:cubicBezTo>
                  <a:pt x="-5238" y="41016"/>
                  <a:pt x="3448" y="43478"/>
                  <a:pt x="21229" y="41101"/>
                </a:cubicBezTo>
                <a:lnTo>
                  <a:pt x="21229" y="41101"/>
                </a:lnTo>
                <a:cubicBezTo>
                  <a:pt x="34825" y="39282"/>
                  <a:pt x="43200" y="37760"/>
                  <a:pt x="43200" y="37760"/>
                </a:cubicBezTo>
                <a:lnTo>
                  <a:pt x="43200" y="34717"/>
                </a:lnTo>
                <a:lnTo>
                  <a:pt x="43200" y="34717"/>
                </a:lnTo>
                <a:cubicBezTo>
                  <a:pt x="42795" y="34789"/>
                  <a:pt x="34802" y="36217"/>
                  <a:pt x="22107" y="37914"/>
                </a:cubicBezTo>
                <a:close/>
              </a:path>
            </a:pathLst>
          </a:custGeom>
          <a:solidFill>
            <a:schemeClr val="accent1">
              <a:alpha val="36000"/>
            </a:schemeClr>
          </a:solidFill>
          <a:ln w="9524">
            <a:solidFill>
              <a:srgbClr val="000000"/>
            </a:solidFill>
            <a:round/>
            <a:headEnd/>
            <a:tailEnd/>
          </a:ln>
        </p:spPr>
      </p:sp>
      <p:sp>
        <p:nvSpPr>
          <p:cNvPr id="473376416" name="Shape 1064"/>
          <p:cNvSpPr>
            <a:spLocks noChangeArrowheads="1" noGrp="1"/>
          </p:cNvSpPr>
          <p:nvPr userDrawn="1"/>
        </p:nvSpPr>
        <p:spPr bwMode="auto">
          <a:xfrm>
            <a:off x="0" y="0"/>
            <a:ext cx="18288000" cy="10287000"/>
          </a:xfrm>
          <a:custGeom>
            <a:avLst/>
            <a:gdLst/>
            <a:ahLst/>
            <a:cxnLst/>
            <a:rect l="l" t="t" r="r" b="b"/>
            <a:pathLst>
              <a:path w="43200" h="43200" fill="norm" stroke="0" extrusionOk="0">
                <a:moveTo>
                  <a:pt x="22022" y="38293"/>
                </a:moveTo>
                <a:lnTo>
                  <a:pt x="22022" y="38293"/>
                </a:lnTo>
                <a:cubicBezTo>
                  <a:pt x="4717" y="40608"/>
                  <a:pt x="-3267" y="38041"/>
                  <a:pt x="7394" y="6401"/>
                </a:cubicBezTo>
                <a:lnTo>
                  <a:pt x="7394" y="6401"/>
                </a:lnTo>
                <a:cubicBezTo>
                  <a:pt x="8680" y="2586"/>
                  <a:pt x="9448" y="293"/>
                  <a:pt x="9542" y="0"/>
                </a:cubicBezTo>
                <a:lnTo>
                  <a:pt x="8597" y="0"/>
                </a:lnTo>
                <a:lnTo>
                  <a:pt x="8597" y="0"/>
                </a:lnTo>
                <a:cubicBezTo>
                  <a:pt x="8597" y="0"/>
                  <a:pt x="7784" y="2374"/>
                  <a:pt x="6346" y="6641"/>
                </a:cubicBezTo>
                <a:lnTo>
                  <a:pt x="6346" y="6641"/>
                </a:lnTo>
                <a:cubicBezTo>
                  <a:pt x="-5238" y="41016"/>
                  <a:pt x="3448" y="43478"/>
                  <a:pt x="21229" y="41101"/>
                </a:cubicBezTo>
                <a:lnTo>
                  <a:pt x="21229" y="41101"/>
                </a:lnTo>
                <a:cubicBezTo>
                  <a:pt x="34825" y="39282"/>
                  <a:pt x="43200" y="37760"/>
                  <a:pt x="43200" y="37760"/>
                </a:cubicBezTo>
                <a:lnTo>
                  <a:pt x="43200" y="35085"/>
                </a:lnTo>
                <a:lnTo>
                  <a:pt x="43200" y="35085"/>
                </a:lnTo>
                <a:cubicBezTo>
                  <a:pt x="42705" y="35175"/>
                  <a:pt x="34680" y="36601"/>
                  <a:pt x="22022" y="38293"/>
                </a:cubicBezTo>
                <a:close/>
              </a:path>
            </a:pathLst>
          </a:custGeom>
          <a:solidFill>
            <a:schemeClr val="accent1">
              <a:alpha val="45000"/>
            </a:schemeClr>
          </a:solidFill>
          <a:ln w="9524">
            <a:solidFill>
              <a:srgbClr val="000000"/>
            </a:solidFill>
            <a:round/>
            <a:headEnd/>
            <a:tailEnd/>
          </a:ln>
        </p:spPr>
      </p:sp>
      <p:sp>
        <p:nvSpPr>
          <p:cNvPr id="1943627254" name="Shape 1065"/>
          <p:cNvSpPr>
            <a:spLocks noChangeArrowheads="1" noGrp="1"/>
          </p:cNvSpPr>
          <p:nvPr userDrawn="1"/>
        </p:nvSpPr>
        <p:spPr bwMode="auto">
          <a:xfrm>
            <a:off x="0" y="0"/>
            <a:ext cx="18288000" cy="10287000"/>
          </a:xfrm>
          <a:custGeom>
            <a:avLst/>
            <a:gdLst/>
            <a:ahLst/>
            <a:cxnLst/>
            <a:rect l="l" t="t" r="r" b="b"/>
            <a:pathLst>
              <a:path w="43200" h="43200" fill="norm" stroke="0" extrusionOk="0">
                <a:moveTo>
                  <a:pt x="21937" y="38673"/>
                </a:moveTo>
                <a:lnTo>
                  <a:pt x="21937" y="38673"/>
                </a:lnTo>
                <a:cubicBezTo>
                  <a:pt x="4591" y="40992"/>
                  <a:pt x="-3491" y="38448"/>
                  <a:pt x="7299" y="6427"/>
                </a:cubicBezTo>
                <a:lnTo>
                  <a:pt x="7299" y="6427"/>
                </a:lnTo>
                <a:cubicBezTo>
                  <a:pt x="8570" y="2655"/>
                  <a:pt x="9336" y="352"/>
                  <a:pt x="9449" y="0"/>
                </a:cubicBezTo>
                <a:lnTo>
                  <a:pt x="8597" y="0"/>
                </a:lnTo>
                <a:lnTo>
                  <a:pt x="8597" y="0"/>
                </a:lnTo>
                <a:cubicBezTo>
                  <a:pt x="8597" y="0"/>
                  <a:pt x="7784" y="2374"/>
                  <a:pt x="6346" y="6641"/>
                </a:cubicBezTo>
                <a:lnTo>
                  <a:pt x="6346" y="6641"/>
                </a:lnTo>
                <a:cubicBezTo>
                  <a:pt x="-5238" y="41016"/>
                  <a:pt x="3448" y="43478"/>
                  <a:pt x="21229" y="41101"/>
                </a:cubicBezTo>
                <a:lnTo>
                  <a:pt x="21229" y="41101"/>
                </a:lnTo>
                <a:cubicBezTo>
                  <a:pt x="34825" y="39282"/>
                  <a:pt x="43200" y="37760"/>
                  <a:pt x="43200" y="37760"/>
                </a:cubicBezTo>
                <a:lnTo>
                  <a:pt x="43200" y="35453"/>
                </a:lnTo>
                <a:lnTo>
                  <a:pt x="43200" y="35453"/>
                </a:lnTo>
                <a:cubicBezTo>
                  <a:pt x="42570" y="35561"/>
                  <a:pt x="34558" y="36985"/>
                  <a:pt x="21937" y="38673"/>
                </a:cubicBezTo>
                <a:close/>
              </a:path>
            </a:pathLst>
          </a:custGeom>
          <a:solidFill>
            <a:schemeClr val="accent1">
              <a:alpha val="55000"/>
            </a:schemeClr>
          </a:solidFill>
          <a:ln w="9524">
            <a:solidFill>
              <a:srgbClr val="000000"/>
            </a:solidFill>
            <a:round/>
            <a:headEnd/>
            <a:tailEnd/>
          </a:ln>
        </p:spPr>
      </p:sp>
      <p:sp>
        <p:nvSpPr>
          <p:cNvPr id="415403918" name="Shape 1066"/>
          <p:cNvSpPr>
            <a:spLocks noChangeArrowheads="1" noGrp="1"/>
          </p:cNvSpPr>
          <p:nvPr userDrawn="1"/>
        </p:nvSpPr>
        <p:spPr bwMode="auto">
          <a:xfrm>
            <a:off x="0" y="0"/>
            <a:ext cx="18288000" cy="10287000"/>
          </a:xfrm>
          <a:custGeom>
            <a:avLst/>
            <a:gdLst/>
            <a:ahLst/>
            <a:cxnLst/>
            <a:rect l="l" t="t" r="r" b="b"/>
            <a:pathLst>
              <a:path w="43200" h="43200" fill="norm" stroke="0" extrusionOk="0">
                <a:moveTo>
                  <a:pt x="21853" y="39052"/>
                </a:moveTo>
                <a:lnTo>
                  <a:pt x="21853" y="39052"/>
                </a:lnTo>
                <a:cubicBezTo>
                  <a:pt x="4466" y="41377"/>
                  <a:pt x="-3715" y="38855"/>
                  <a:pt x="7204" y="6453"/>
                </a:cubicBezTo>
                <a:lnTo>
                  <a:pt x="7204" y="6453"/>
                </a:lnTo>
                <a:cubicBezTo>
                  <a:pt x="8461" y="2724"/>
                  <a:pt x="9225" y="411"/>
                  <a:pt x="9357" y="0"/>
                </a:cubicBezTo>
                <a:lnTo>
                  <a:pt x="8597" y="0"/>
                </a:lnTo>
                <a:lnTo>
                  <a:pt x="8597" y="0"/>
                </a:lnTo>
                <a:cubicBezTo>
                  <a:pt x="8597" y="0"/>
                  <a:pt x="7784" y="2374"/>
                  <a:pt x="6346" y="6641"/>
                </a:cubicBezTo>
                <a:lnTo>
                  <a:pt x="6346" y="6641"/>
                </a:lnTo>
                <a:cubicBezTo>
                  <a:pt x="-5238" y="41016"/>
                  <a:pt x="3448" y="43478"/>
                  <a:pt x="21229" y="41101"/>
                </a:cubicBezTo>
                <a:lnTo>
                  <a:pt x="21229" y="41101"/>
                </a:lnTo>
                <a:cubicBezTo>
                  <a:pt x="34825" y="39282"/>
                  <a:pt x="43200" y="37760"/>
                  <a:pt x="43200" y="37760"/>
                </a:cubicBezTo>
                <a:lnTo>
                  <a:pt x="43200" y="35822"/>
                </a:lnTo>
                <a:lnTo>
                  <a:pt x="43200" y="35822"/>
                </a:lnTo>
                <a:cubicBezTo>
                  <a:pt x="42480" y="35948"/>
                  <a:pt x="34436" y="37369"/>
                  <a:pt x="21853" y="39052"/>
                </a:cubicBezTo>
                <a:close/>
              </a:path>
            </a:pathLst>
          </a:custGeom>
          <a:solidFill>
            <a:schemeClr val="accent1">
              <a:alpha val="63999"/>
            </a:schemeClr>
          </a:solidFill>
          <a:ln w="9524">
            <a:solidFill>
              <a:srgbClr val="000000"/>
            </a:solidFill>
            <a:round/>
            <a:headEnd/>
            <a:tailEnd/>
          </a:ln>
        </p:spPr>
      </p:sp>
      <p:sp>
        <p:nvSpPr>
          <p:cNvPr id="836328639" name="Shape 1067"/>
          <p:cNvSpPr>
            <a:spLocks noChangeArrowheads="1" noGrp="1"/>
          </p:cNvSpPr>
          <p:nvPr userDrawn="1"/>
        </p:nvSpPr>
        <p:spPr bwMode="auto">
          <a:xfrm>
            <a:off x="0" y="0"/>
            <a:ext cx="18288000" cy="10287000"/>
          </a:xfrm>
          <a:custGeom>
            <a:avLst/>
            <a:gdLst/>
            <a:ahLst/>
            <a:cxnLst/>
            <a:rect l="l" t="t" r="r" b="b"/>
            <a:pathLst>
              <a:path w="43200" h="43200" fill="norm" stroke="0" extrusionOk="0">
                <a:moveTo>
                  <a:pt x="21768" y="39431"/>
                </a:moveTo>
                <a:lnTo>
                  <a:pt x="21768" y="39431"/>
                </a:lnTo>
                <a:cubicBezTo>
                  <a:pt x="4340" y="41761"/>
                  <a:pt x="-3939" y="39262"/>
                  <a:pt x="7109" y="6478"/>
                </a:cubicBezTo>
                <a:lnTo>
                  <a:pt x="7109" y="6478"/>
                </a:lnTo>
                <a:cubicBezTo>
                  <a:pt x="8351" y="2792"/>
                  <a:pt x="9114" y="470"/>
                  <a:pt x="9265" y="0"/>
                </a:cubicBezTo>
                <a:lnTo>
                  <a:pt x="8597" y="0"/>
                </a:lnTo>
                <a:lnTo>
                  <a:pt x="8597" y="0"/>
                </a:lnTo>
                <a:cubicBezTo>
                  <a:pt x="8597" y="0"/>
                  <a:pt x="7784" y="2374"/>
                  <a:pt x="6346" y="6641"/>
                </a:cubicBezTo>
                <a:lnTo>
                  <a:pt x="6346" y="6641"/>
                </a:lnTo>
                <a:cubicBezTo>
                  <a:pt x="-5238" y="41016"/>
                  <a:pt x="3448" y="43478"/>
                  <a:pt x="21229" y="41101"/>
                </a:cubicBezTo>
                <a:lnTo>
                  <a:pt x="21229" y="41101"/>
                </a:lnTo>
                <a:cubicBezTo>
                  <a:pt x="34825" y="39282"/>
                  <a:pt x="43200" y="37760"/>
                  <a:pt x="43200" y="37760"/>
                </a:cubicBezTo>
                <a:lnTo>
                  <a:pt x="43200" y="36190"/>
                </a:lnTo>
                <a:lnTo>
                  <a:pt x="43200" y="36190"/>
                </a:lnTo>
                <a:cubicBezTo>
                  <a:pt x="42390" y="36334"/>
                  <a:pt x="34314" y="37753"/>
                  <a:pt x="21768" y="39431"/>
                </a:cubicBezTo>
                <a:close/>
              </a:path>
            </a:pathLst>
          </a:custGeom>
          <a:solidFill>
            <a:schemeClr val="accent1">
              <a:alpha val="73000"/>
            </a:schemeClr>
          </a:solidFill>
          <a:ln w="9524">
            <a:solidFill>
              <a:srgbClr val="000000"/>
            </a:solidFill>
            <a:round/>
            <a:headEnd/>
            <a:tailEnd/>
          </a:ln>
        </p:spPr>
      </p:sp>
      <p:sp>
        <p:nvSpPr>
          <p:cNvPr id="2107853189" name="Shape 1068"/>
          <p:cNvSpPr>
            <a:spLocks noChangeArrowheads="1" noGrp="1"/>
          </p:cNvSpPr>
          <p:nvPr userDrawn="1"/>
        </p:nvSpPr>
        <p:spPr bwMode="auto">
          <a:xfrm>
            <a:off x="0" y="0"/>
            <a:ext cx="18288000" cy="10287000"/>
          </a:xfrm>
          <a:custGeom>
            <a:avLst/>
            <a:gdLst/>
            <a:ahLst/>
            <a:cxnLst/>
            <a:rect l="l" t="t" r="r" b="b"/>
            <a:pathLst>
              <a:path w="43200" h="43200" fill="norm" stroke="0" extrusionOk="0">
                <a:moveTo>
                  <a:pt x="21683" y="39810"/>
                </a:moveTo>
                <a:lnTo>
                  <a:pt x="21683" y="39810"/>
                </a:lnTo>
                <a:cubicBezTo>
                  <a:pt x="4214" y="42146"/>
                  <a:pt x="-4163" y="39669"/>
                  <a:pt x="7014" y="6504"/>
                </a:cubicBezTo>
                <a:lnTo>
                  <a:pt x="7014" y="6504"/>
                </a:lnTo>
                <a:cubicBezTo>
                  <a:pt x="8241" y="2861"/>
                  <a:pt x="9003" y="528"/>
                  <a:pt x="9172" y="0"/>
                </a:cubicBezTo>
                <a:lnTo>
                  <a:pt x="8597" y="0"/>
                </a:lnTo>
                <a:lnTo>
                  <a:pt x="8597" y="0"/>
                </a:lnTo>
                <a:cubicBezTo>
                  <a:pt x="8597" y="0"/>
                  <a:pt x="7784" y="2374"/>
                  <a:pt x="6346" y="6641"/>
                </a:cubicBezTo>
                <a:lnTo>
                  <a:pt x="6346" y="6641"/>
                </a:lnTo>
                <a:cubicBezTo>
                  <a:pt x="-5238" y="41016"/>
                  <a:pt x="3448" y="43478"/>
                  <a:pt x="21229" y="41101"/>
                </a:cubicBezTo>
                <a:lnTo>
                  <a:pt x="21229" y="41101"/>
                </a:lnTo>
                <a:cubicBezTo>
                  <a:pt x="34825" y="39282"/>
                  <a:pt x="43200" y="37760"/>
                  <a:pt x="43200" y="37760"/>
                </a:cubicBezTo>
                <a:lnTo>
                  <a:pt x="43200" y="36558"/>
                </a:lnTo>
                <a:lnTo>
                  <a:pt x="43200" y="36558"/>
                </a:lnTo>
                <a:cubicBezTo>
                  <a:pt x="42300" y="36720"/>
                  <a:pt x="34192" y="38137"/>
                  <a:pt x="21683" y="39810"/>
                </a:cubicBezTo>
                <a:close/>
              </a:path>
            </a:pathLst>
          </a:custGeom>
          <a:solidFill>
            <a:schemeClr val="accent1">
              <a:alpha val="82000"/>
            </a:schemeClr>
          </a:solidFill>
          <a:ln w="9524">
            <a:solidFill>
              <a:srgbClr val="000000"/>
            </a:solidFill>
            <a:round/>
            <a:headEnd/>
            <a:tailEnd/>
          </a:ln>
        </p:spPr>
      </p:sp>
      <p:sp>
        <p:nvSpPr>
          <p:cNvPr id="1415276198" name="Shape 1069"/>
          <p:cNvSpPr>
            <a:spLocks noChangeArrowheads="1" noGrp="1"/>
          </p:cNvSpPr>
          <p:nvPr userDrawn="1"/>
        </p:nvSpPr>
        <p:spPr bwMode="auto">
          <a:xfrm>
            <a:off x="0" y="0"/>
            <a:ext cx="18288000" cy="10287000"/>
          </a:xfrm>
          <a:custGeom>
            <a:avLst/>
            <a:gdLst/>
            <a:ahLst/>
            <a:cxnLst/>
            <a:rect l="l" t="t" r="r" b="b"/>
            <a:pathLst>
              <a:path w="43200" h="43200" fill="norm" stroke="0" extrusionOk="0">
                <a:moveTo>
                  <a:pt x="21599" y="40189"/>
                </a:moveTo>
                <a:lnTo>
                  <a:pt x="21599" y="40189"/>
                </a:lnTo>
                <a:cubicBezTo>
                  <a:pt x="4089" y="42530"/>
                  <a:pt x="-4386" y="40077"/>
                  <a:pt x="6918" y="6529"/>
                </a:cubicBezTo>
                <a:lnTo>
                  <a:pt x="6918" y="6529"/>
                </a:lnTo>
                <a:cubicBezTo>
                  <a:pt x="8131" y="2930"/>
                  <a:pt x="8892" y="587"/>
                  <a:pt x="9080" y="0"/>
                </a:cubicBezTo>
                <a:lnTo>
                  <a:pt x="8597" y="0"/>
                </a:lnTo>
                <a:lnTo>
                  <a:pt x="8597" y="0"/>
                </a:lnTo>
                <a:cubicBezTo>
                  <a:pt x="8597" y="0"/>
                  <a:pt x="7784" y="2374"/>
                  <a:pt x="6346" y="6641"/>
                </a:cubicBezTo>
                <a:lnTo>
                  <a:pt x="6346" y="6641"/>
                </a:lnTo>
                <a:cubicBezTo>
                  <a:pt x="-5238" y="41016"/>
                  <a:pt x="3448" y="43478"/>
                  <a:pt x="21229" y="41101"/>
                </a:cubicBezTo>
                <a:lnTo>
                  <a:pt x="21229" y="41101"/>
                </a:lnTo>
                <a:cubicBezTo>
                  <a:pt x="34825" y="39282"/>
                  <a:pt x="43200" y="37760"/>
                  <a:pt x="43200" y="37760"/>
                </a:cubicBezTo>
                <a:lnTo>
                  <a:pt x="43200" y="36926"/>
                </a:lnTo>
                <a:lnTo>
                  <a:pt x="43200" y="36926"/>
                </a:lnTo>
                <a:cubicBezTo>
                  <a:pt x="42165" y="37107"/>
                  <a:pt x="34070" y="38521"/>
                  <a:pt x="21599" y="40189"/>
                </a:cubicBezTo>
                <a:close/>
              </a:path>
            </a:pathLst>
          </a:custGeom>
          <a:solidFill>
            <a:schemeClr val="accent1">
              <a:alpha val="91000"/>
            </a:schemeClr>
          </a:solidFill>
          <a:ln w="9524">
            <a:solidFill>
              <a:srgbClr val="000000"/>
            </a:solidFill>
            <a:round/>
            <a:headEnd/>
            <a:tailEnd/>
          </a:ln>
        </p:spPr>
      </p:sp>
      <p:sp>
        <p:nvSpPr>
          <p:cNvPr id="1349222432" name="Shape 1070"/>
          <p:cNvSpPr>
            <a:spLocks noChangeArrowheads="1" noGrp="1"/>
          </p:cNvSpPr>
          <p:nvPr userDrawn="1"/>
        </p:nvSpPr>
        <p:spPr bwMode="auto">
          <a:xfrm>
            <a:off x="0" y="0"/>
            <a:ext cx="18288000" cy="10287000"/>
          </a:xfrm>
          <a:custGeom>
            <a:avLst/>
            <a:gdLst/>
            <a:ahLst/>
            <a:cxnLst/>
            <a:rect l="l" t="t" r="r" b="b"/>
            <a:pathLst>
              <a:path w="43200" h="43200" fill="norm" stroke="0" extrusionOk="0">
                <a:moveTo>
                  <a:pt x="21514" y="40568"/>
                </a:moveTo>
                <a:lnTo>
                  <a:pt x="21514" y="40568"/>
                </a:lnTo>
                <a:cubicBezTo>
                  <a:pt x="3963" y="42915"/>
                  <a:pt x="-4610" y="40484"/>
                  <a:pt x="6823" y="6555"/>
                </a:cubicBezTo>
                <a:lnTo>
                  <a:pt x="6823" y="6555"/>
                </a:lnTo>
                <a:cubicBezTo>
                  <a:pt x="8022" y="2999"/>
                  <a:pt x="8781" y="646"/>
                  <a:pt x="8988" y="0"/>
                </a:cubicBezTo>
                <a:lnTo>
                  <a:pt x="8597" y="0"/>
                </a:lnTo>
                <a:lnTo>
                  <a:pt x="8597" y="0"/>
                </a:lnTo>
                <a:cubicBezTo>
                  <a:pt x="8597" y="0"/>
                  <a:pt x="7784" y="2374"/>
                  <a:pt x="6346" y="6641"/>
                </a:cubicBezTo>
                <a:lnTo>
                  <a:pt x="6346" y="6641"/>
                </a:lnTo>
                <a:cubicBezTo>
                  <a:pt x="-5238" y="41016"/>
                  <a:pt x="3448" y="43478"/>
                  <a:pt x="21229" y="41101"/>
                </a:cubicBezTo>
                <a:lnTo>
                  <a:pt x="21229" y="41101"/>
                </a:lnTo>
                <a:cubicBezTo>
                  <a:pt x="34825" y="39282"/>
                  <a:pt x="43200" y="37760"/>
                  <a:pt x="43200" y="37760"/>
                </a:cubicBezTo>
                <a:lnTo>
                  <a:pt x="43200" y="37295"/>
                </a:lnTo>
                <a:lnTo>
                  <a:pt x="43200" y="37295"/>
                </a:lnTo>
                <a:cubicBezTo>
                  <a:pt x="42075" y="37493"/>
                  <a:pt x="33948" y="38905"/>
                  <a:pt x="21514" y="40568"/>
                </a:cubicBezTo>
                <a:close/>
              </a:path>
            </a:pathLst>
          </a:custGeom>
          <a:solidFill>
            <a:schemeClr val="accent1"/>
          </a:solidFill>
          <a:ln w="9524">
            <a:solidFill>
              <a:srgbClr val="000000"/>
            </a:solidFill>
            <a:round/>
            <a:headEnd/>
            <a:tailEnd/>
          </a:ln>
        </p:spPr>
      </p:sp>
      <p:sp>
        <p:nvSpPr>
          <p:cNvPr id="877566241" name="Title 1"/>
          <p:cNvSpPr>
            <a:spLocks noGrp="1"/>
          </p:cNvSpPr>
          <p:nvPr>
            <p:ph type="title"/>
          </p:nvPr>
        </p:nvSpPr>
        <p:spPr bwMode="auto">
          <a:xfrm>
            <a:off x="2375247" y="411957"/>
            <a:ext cx="14998351" cy="1714500"/>
          </a:xfrm>
          <a:prstGeom prst="rect">
            <a:avLst/>
          </a:prstGeom>
        </p:spPr>
        <p:txBody>
          <a:bodyPr vert="horz" lIns="91440" tIns="45720" rIns="91440" bIns="45720" rtlCol="0" anchor="ctr">
            <a:normAutofit/>
          </a:bodyPr>
          <a:lstStyle/>
          <a:p>
            <a:pPr>
              <a:defRPr/>
            </a:pPr>
            <a:r>
              <a:rPr/>
              <a:t>Click to edit Master title style</a:t>
            </a:r>
            <a:endParaRPr/>
          </a:p>
        </p:txBody>
      </p:sp>
      <p:sp>
        <p:nvSpPr>
          <p:cNvPr id="978088233" name="Slide Number Placeholder 5"/>
          <p:cNvSpPr>
            <a:spLocks noGrp="1"/>
          </p:cNvSpPr>
          <p:nvPr>
            <p:ph type="sldNum" sz="quarter" idx="4"/>
          </p:nvPr>
        </p:nvSpPr>
        <p:spPr bwMode="auto">
          <a:xfrm>
            <a:off x="13896527" y="9534525"/>
            <a:ext cx="3477071" cy="547687"/>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r>
              <a:rPr/>
              <a:t>	</a:t>
            </a:r>
            <a:fld id="{F8E3F0E9-0FC2-4DDE-87CF-3BA6A04EA4CC}" type="slidenum">
              <a:rPr/>
              <a:t>‹#›</a:t>
            </a:fld>
            <a:endParaRPr/>
          </a:p>
        </p:txBody>
      </p:sp>
      <p:sp>
        <p:nvSpPr>
          <p:cNvPr id="554273504" name="Date Placeholder 3"/>
          <p:cNvSpPr>
            <a:spLocks noGrp="1"/>
          </p:cNvSpPr>
          <p:nvPr>
            <p:ph type="dt" sz="half" idx="2"/>
          </p:nvPr>
        </p:nvSpPr>
        <p:spPr bwMode="auto">
          <a:xfrm>
            <a:off x="2428527" y="9534525"/>
            <a:ext cx="4267199" cy="547687"/>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86EB4D43-F783-4E09-8208-6AA351DBC29B}" type="datetimeFigureOut">
              <a:rPr/>
              <a:t>22.10.2013</a:t>
            </a:fld>
            <a:endParaRPr/>
          </a:p>
        </p:txBody>
      </p:sp>
      <p:sp>
        <p:nvSpPr>
          <p:cNvPr id="1354415221" name="Footer Placeholder 4"/>
          <p:cNvSpPr>
            <a:spLocks noGrp="1"/>
          </p:cNvSpPr>
          <p:nvPr>
            <p:ph type="ftr" sz="quarter" idx="3"/>
          </p:nvPr>
        </p:nvSpPr>
        <p:spPr bwMode="auto">
          <a:xfrm>
            <a:off x="7688559" y="9534525"/>
            <a:ext cx="5343871" cy="547687"/>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a:spcBef>
          <a:spcPts val="0"/>
        </a:spcBef>
        <a:buNone/>
        <a:defRPr sz="4400" b="1">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599"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289327421" name="Text Placeholder 2"/>
          <p:cNvSpPr>
            <a:spLocks noGrp="1"/>
          </p:cNvSpPr>
          <p:nvPr>
            <p:ph type="body" idx="1"/>
          </p:nvPr>
        </p:nvSpPr>
        <p:spPr bwMode="auto">
          <a:xfrm>
            <a:off x="2375247" y="2400301"/>
            <a:ext cx="14998351" cy="6788943"/>
          </a:xfrm>
          <a:prstGeom prst="rect">
            <a:avLst/>
          </a:prstGeom>
        </p:spPr>
        <p:txBody>
          <a:bodyPr vert="horz" lIns="91440" tIns="45720" rIns="91440" bIns="45720" rtlCol="0">
            <a:normAutofit/>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253161455" name="Shape 1058"/>
          <p:cNvSpPr>
            <a:spLocks noChangeArrowheads="1" noGrp="1"/>
          </p:cNvSpPr>
          <p:nvPr userDrawn="1"/>
        </p:nvSpPr>
        <p:spPr bwMode="auto">
          <a:xfrm>
            <a:off x="0" y="0"/>
            <a:ext cx="18288000" cy="10287000"/>
          </a:xfrm>
          <a:custGeom>
            <a:avLst/>
            <a:gdLst/>
            <a:ahLst/>
            <a:cxnLst/>
            <a:rect l="l" t="t" r="r" b="b"/>
            <a:pathLst>
              <a:path w="43200" h="43200" fill="norm" stroke="0" extrusionOk="0">
                <a:moveTo>
                  <a:pt x="6343" y="6641"/>
                </a:moveTo>
                <a:lnTo>
                  <a:pt x="6343" y="6641"/>
                </a:lnTo>
                <a:cubicBezTo>
                  <a:pt x="7781" y="2374"/>
                  <a:pt x="8594" y="0"/>
                  <a:pt x="8594" y="0"/>
                </a:cubicBezTo>
                <a:lnTo>
                  <a:pt x="0" y="0"/>
                </a:lnTo>
                <a:lnTo>
                  <a:pt x="0" y="43200"/>
                </a:lnTo>
                <a:lnTo>
                  <a:pt x="43200" y="43200"/>
                </a:lnTo>
                <a:lnTo>
                  <a:pt x="43200" y="37760"/>
                </a:lnTo>
                <a:lnTo>
                  <a:pt x="43200" y="37760"/>
                </a:lnTo>
                <a:cubicBezTo>
                  <a:pt x="43200" y="37760"/>
                  <a:pt x="34824" y="39282"/>
                  <a:pt x="21228" y="41101"/>
                </a:cubicBezTo>
                <a:lnTo>
                  <a:pt x="21228" y="41101"/>
                </a:lnTo>
                <a:cubicBezTo>
                  <a:pt x="3446" y="43478"/>
                  <a:pt x="-5241" y="41016"/>
                  <a:pt x="6343" y="6641"/>
                </a:cubicBezTo>
                <a:close/>
              </a:path>
            </a:pathLst>
          </a:custGeom>
          <a:solidFill>
            <a:schemeClr val="accent1"/>
          </a:solidFill>
          <a:ln w="9524">
            <a:solidFill>
              <a:srgbClr val="000000"/>
            </a:solidFill>
            <a:round/>
            <a:headEnd/>
            <a:tailEnd/>
          </a:ln>
        </p:spPr>
      </p:sp>
      <p:sp>
        <p:nvSpPr>
          <p:cNvPr id="1615308680" name="Shape 1059"/>
          <p:cNvSpPr>
            <a:spLocks noChangeArrowheads="1" noGrp="1"/>
          </p:cNvSpPr>
          <p:nvPr userDrawn="1"/>
        </p:nvSpPr>
        <p:spPr bwMode="auto">
          <a:xfrm>
            <a:off x="0" y="0"/>
            <a:ext cx="18288000" cy="10287000"/>
          </a:xfrm>
        </p:spPr>
      </p:sp>
      <p:sp>
        <p:nvSpPr>
          <p:cNvPr id="1167441984" name="Shape 1060"/>
          <p:cNvSpPr>
            <a:spLocks noChangeArrowheads="1" noGrp="1"/>
          </p:cNvSpPr>
          <p:nvPr userDrawn="1"/>
        </p:nvSpPr>
        <p:spPr bwMode="auto">
          <a:xfrm>
            <a:off x="0" y="0"/>
            <a:ext cx="18288000" cy="10287000"/>
          </a:xfrm>
          <a:custGeom>
            <a:avLst/>
            <a:gdLst/>
            <a:ahLst/>
            <a:cxnLst/>
            <a:rect l="l" t="t" r="r" b="b"/>
            <a:pathLst>
              <a:path w="43200" h="43200" fill="norm" stroke="0" extrusionOk="0">
                <a:moveTo>
                  <a:pt x="22361" y="36777"/>
                </a:moveTo>
                <a:lnTo>
                  <a:pt x="22361" y="36777"/>
                </a:lnTo>
                <a:cubicBezTo>
                  <a:pt x="5219" y="39070"/>
                  <a:pt x="-2372" y="36412"/>
                  <a:pt x="7775" y="6299"/>
                </a:cubicBezTo>
                <a:lnTo>
                  <a:pt x="7775" y="6299"/>
                </a:lnTo>
                <a:cubicBezTo>
                  <a:pt x="9119" y="2311"/>
                  <a:pt x="9892" y="58"/>
                  <a:pt x="9911" y="0"/>
                </a:cubicBezTo>
                <a:lnTo>
                  <a:pt x="8597" y="0"/>
                </a:lnTo>
                <a:lnTo>
                  <a:pt x="8597" y="0"/>
                </a:lnTo>
                <a:cubicBezTo>
                  <a:pt x="8597" y="0"/>
                  <a:pt x="7784" y="2374"/>
                  <a:pt x="6346" y="6641"/>
                </a:cubicBezTo>
                <a:lnTo>
                  <a:pt x="6346" y="6641"/>
                </a:lnTo>
                <a:cubicBezTo>
                  <a:pt x="-5238" y="41016"/>
                  <a:pt x="3448" y="43478"/>
                  <a:pt x="21229" y="41101"/>
                </a:cubicBezTo>
                <a:lnTo>
                  <a:pt x="21229" y="41101"/>
                </a:lnTo>
                <a:cubicBezTo>
                  <a:pt x="34825" y="39282"/>
                  <a:pt x="43200" y="37760"/>
                  <a:pt x="43200" y="37760"/>
                </a:cubicBezTo>
                <a:lnTo>
                  <a:pt x="43200" y="33612"/>
                </a:lnTo>
                <a:lnTo>
                  <a:pt x="43200" y="33612"/>
                </a:lnTo>
                <a:cubicBezTo>
                  <a:pt x="43110" y="33630"/>
                  <a:pt x="35168" y="35065"/>
                  <a:pt x="22361" y="36777"/>
                </a:cubicBezTo>
                <a:close/>
              </a:path>
            </a:pathLst>
          </a:custGeom>
          <a:solidFill>
            <a:schemeClr val="accent1">
              <a:alpha val="9000"/>
            </a:schemeClr>
          </a:solidFill>
          <a:ln w="9524">
            <a:solidFill>
              <a:srgbClr val="000000"/>
            </a:solidFill>
            <a:round/>
            <a:headEnd/>
            <a:tailEnd/>
          </a:ln>
        </p:spPr>
      </p:sp>
      <p:sp>
        <p:nvSpPr>
          <p:cNvPr id="1660312999" name="Shape 1061"/>
          <p:cNvSpPr>
            <a:spLocks noChangeArrowheads="1" noGrp="1"/>
          </p:cNvSpPr>
          <p:nvPr userDrawn="1"/>
        </p:nvSpPr>
        <p:spPr bwMode="auto">
          <a:xfrm>
            <a:off x="0" y="0"/>
            <a:ext cx="18288000" cy="10287000"/>
          </a:xfrm>
          <a:custGeom>
            <a:avLst/>
            <a:gdLst/>
            <a:ahLst/>
            <a:cxnLst/>
            <a:rect l="l" t="t" r="r" b="b"/>
            <a:pathLst>
              <a:path w="43200" h="43200" fill="norm" stroke="0" extrusionOk="0">
                <a:moveTo>
                  <a:pt x="22276" y="37156"/>
                </a:moveTo>
                <a:lnTo>
                  <a:pt x="22276" y="37156"/>
                </a:lnTo>
                <a:cubicBezTo>
                  <a:pt x="5093" y="39454"/>
                  <a:pt x="-2596" y="36819"/>
                  <a:pt x="7680" y="6325"/>
                </a:cubicBezTo>
                <a:lnTo>
                  <a:pt x="7680" y="6325"/>
                </a:lnTo>
                <a:cubicBezTo>
                  <a:pt x="9010" y="2380"/>
                  <a:pt x="9781" y="117"/>
                  <a:pt x="9819" y="0"/>
                </a:cubicBezTo>
                <a:lnTo>
                  <a:pt x="8597" y="0"/>
                </a:lnTo>
                <a:lnTo>
                  <a:pt x="8597" y="0"/>
                </a:lnTo>
                <a:cubicBezTo>
                  <a:pt x="8597" y="0"/>
                  <a:pt x="7784" y="2374"/>
                  <a:pt x="6346" y="6641"/>
                </a:cubicBezTo>
                <a:lnTo>
                  <a:pt x="6346" y="6641"/>
                </a:lnTo>
                <a:cubicBezTo>
                  <a:pt x="-5238" y="41016"/>
                  <a:pt x="3448" y="43478"/>
                  <a:pt x="21229" y="41101"/>
                </a:cubicBezTo>
                <a:lnTo>
                  <a:pt x="21229" y="41101"/>
                </a:lnTo>
                <a:cubicBezTo>
                  <a:pt x="34825" y="39282"/>
                  <a:pt x="43200" y="37760"/>
                  <a:pt x="43200" y="37760"/>
                </a:cubicBezTo>
                <a:lnTo>
                  <a:pt x="43200" y="33980"/>
                </a:lnTo>
                <a:lnTo>
                  <a:pt x="43200" y="33980"/>
                </a:lnTo>
                <a:cubicBezTo>
                  <a:pt x="43020" y="34016"/>
                  <a:pt x="35046" y="35449"/>
                  <a:pt x="22276" y="37156"/>
                </a:cubicBezTo>
                <a:close/>
              </a:path>
            </a:pathLst>
          </a:custGeom>
          <a:solidFill>
            <a:schemeClr val="accent1">
              <a:alpha val="18000"/>
            </a:schemeClr>
          </a:solidFill>
          <a:ln w="9524">
            <a:solidFill>
              <a:srgbClr val="000000"/>
            </a:solidFill>
            <a:round/>
            <a:headEnd/>
            <a:tailEnd/>
          </a:ln>
        </p:spPr>
      </p:sp>
      <p:sp>
        <p:nvSpPr>
          <p:cNvPr id="1696951925" name="Shape 1062"/>
          <p:cNvSpPr>
            <a:spLocks noChangeArrowheads="1" noGrp="1"/>
          </p:cNvSpPr>
          <p:nvPr userDrawn="1"/>
        </p:nvSpPr>
        <p:spPr bwMode="auto">
          <a:xfrm>
            <a:off x="0" y="0"/>
            <a:ext cx="18288000" cy="10287000"/>
          </a:xfrm>
          <a:custGeom>
            <a:avLst/>
            <a:gdLst/>
            <a:ahLst/>
            <a:cxnLst/>
            <a:rect l="l" t="t" r="r" b="b"/>
            <a:pathLst>
              <a:path w="43200" h="43200" fill="norm" stroke="0" extrusionOk="0">
                <a:moveTo>
                  <a:pt x="22192" y="37535"/>
                </a:moveTo>
                <a:lnTo>
                  <a:pt x="22192" y="37535"/>
                </a:lnTo>
                <a:cubicBezTo>
                  <a:pt x="4968" y="39839"/>
                  <a:pt x="-2820" y="37226"/>
                  <a:pt x="7585" y="6350"/>
                </a:cubicBezTo>
                <a:lnTo>
                  <a:pt x="7585" y="6350"/>
                </a:lnTo>
                <a:cubicBezTo>
                  <a:pt x="8900" y="2448"/>
                  <a:pt x="9670" y="176"/>
                  <a:pt x="9726" y="0"/>
                </a:cubicBezTo>
                <a:lnTo>
                  <a:pt x="8597" y="0"/>
                </a:lnTo>
                <a:lnTo>
                  <a:pt x="8597" y="0"/>
                </a:lnTo>
                <a:cubicBezTo>
                  <a:pt x="8597" y="0"/>
                  <a:pt x="7784" y="2374"/>
                  <a:pt x="6346" y="6641"/>
                </a:cubicBezTo>
                <a:lnTo>
                  <a:pt x="6346" y="6641"/>
                </a:lnTo>
                <a:cubicBezTo>
                  <a:pt x="-5238" y="41016"/>
                  <a:pt x="3448" y="43478"/>
                  <a:pt x="21229" y="41101"/>
                </a:cubicBezTo>
                <a:lnTo>
                  <a:pt x="21229" y="41101"/>
                </a:lnTo>
                <a:cubicBezTo>
                  <a:pt x="34825" y="39282"/>
                  <a:pt x="43200" y="37760"/>
                  <a:pt x="43200" y="37760"/>
                </a:cubicBezTo>
                <a:lnTo>
                  <a:pt x="43200" y="34348"/>
                </a:lnTo>
                <a:lnTo>
                  <a:pt x="43200" y="34348"/>
                </a:lnTo>
                <a:cubicBezTo>
                  <a:pt x="42885" y="34402"/>
                  <a:pt x="34924" y="35833"/>
                  <a:pt x="22192" y="37535"/>
                </a:cubicBezTo>
                <a:close/>
              </a:path>
            </a:pathLst>
          </a:custGeom>
          <a:solidFill>
            <a:schemeClr val="accent1">
              <a:alpha val="26999"/>
            </a:schemeClr>
          </a:solidFill>
          <a:ln w="9524">
            <a:solidFill>
              <a:srgbClr val="000000"/>
            </a:solidFill>
            <a:round/>
            <a:headEnd/>
            <a:tailEnd/>
          </a:ln>
        </p:spPr>
      </p:sp>
      <p:sp>
        <p:nvSpPr>
          <p:cNvPr id="1832242991" name="Shape 1063"/>
          <p:cNvSpPr>
            <a:spLocks noChangeArrowheads="1" noGrp="1"/>
          </p:cNvSpPr>
          <p:nvPr userDrawn="1"/>
        </p:nvSpPr>
        <p:spPr bwMode="auto">
          <a:xfrm>
            <a:off x="0" y="0"/>
            <a:ext cx="18288000" cy="10287000"/>
          </a:xfrm>
          <a:custGeom>
            <a:avLst/>
            <a:gdLst/>
            <a:ahLst/>
            <a:cxnLst/>
            <a:rect l="l" t="t" r="r" b="b"/>
            <a:pathLst>
              <a:path w="43200" h="43200" fill="norm" stroke="0" extrusionOk="0">
                <a:moveTo>
                  <a:pt x="22107" y="37914"/>
                </a:moveTo>
                <a:lnTo>
                  <a:pt x="22107" y="37914"/>
                </a:lnTo>
                <a:cubicBezTo>
                  <a:pt x="4842" y="40223"/>
                  <a:pt x="-3044" y="37634"/>
                  <a:pt x="7490" y="6376"/>
                </a:cubicBezTo>
                <a:lnTo>
                  <a:pt x="7490" y="6376"/>
                </a:lnTo>
                <a:cubicBezTo>
                  <a:pt x="8790" y="2517"/>
                  <a:pt x="9559" y="235"/>
                  <a:pt x="9634" y="0"/>
                </a:cubicBezTo>
                <a:lnTo>
                  <a:pt x="8597" y="0"/>
                </a:lnTo>
                <a:lnTo>
                  <a:pt x="8597" y="0"/>
                </a:lnTo>
                <a:cubicBezTo>
                  <a:pt x="8597" y="0"/>
                  <a:pt x="7784" y="2374"/>
                  <a:pt x="6346" y="6641"/>
                </a:cubicBezTo>
                <a:lnTo>
                  <a:pt x="6346" y="6641"/>
                </a:lnTo>
                <a:cubicBezTo>
                  <a:pt x="-5238" y="41016"/>
                  <a:pt x="3448" y="43478"/>
                  <a:pt x="21229" y="41101"/>
                </a:cubicBezTo>
                <a:lnTo>
                  <a:pt x="21229" y="41101"/>
                </a:lnTo>
                <a:cubicBezTo>
                  <a:pt x="34825" y="39282"/>
                  <a:pt x="43200" y="37760"/>
                  <a:pt x="43200" y="37760"/>
                </a:cubicBezTo>
                <a:lnTo>
                  <a:pt x="43200" y="34717"/>
                </a:lnTo>
                <a:lnTo>
                  <a:pt x="43200" y="34717"/>
                </a:lnTo>
                <a:cubicBezTo>
                  <a:pt x="42795" y="34789"/>
                  <a:pt x="34802" y="36217"/>
                  <a:pt x="22107" y="37914"/>
                </a:cubicBezTo>
                <a:close/>
              </a:path>
            </a:pathLst>
          </a:custGeom>
          <a:solidFill>
            <a:schemeClr val="accent1">
              <a:alpha val="36000"/>
            </a:schemeClr>
          </a:solidFill>
          <a:ln w="9524">
            <a:solidFill>
              <a:srgbClr val="000000"/>
            </a:solidFill>
            <a:round/>
            <a:headEnd/>
            <a:tailEnd/>
          </a:ln>
        </p:spPr>
      </p:sp>
      <p:sp>
        <p:nvSpPr>
          <p:cNvPr id="1170449826" name="Shape 1064"/>
          <p:cNvSpPr>
            <a:spLocks noChangeArrowheads="1" noGrp="1"/>
          </p:cNvSpPr>
          <p:nvPr userDrawn="1"/>
        </p:nvSpPr>
        <p:spPr bwMode="auto">
          <a:xfrm>
            <a:off x="0" y="0"/>
            <a:ext cx="18288000" cy="10287000"/>
          </a:xfrm>
          <a:custGeom>
            <a:avLst/>
            <a:gdLst/>
            <a:ahLst/>
            <a:cxnLst/>
            <a:rect l="l" t="t" r="r" b="b"/>
            <a:pathLst>
              <a:path w="43200" h="43200" fill="norm" stroke="0" extrusionOk="0">
                <a:moveTo>
                  <a:pt x="22022" y="38293"/>
                </a:moveTo>
                <a:lnTo>
                  <a:pt x="22022" y="38293"/>
                </a:lnTo>
                <a:cubicBezTo>
                  <a:pt x="4717" y="40608"/>
                  <a:pt x="-3267" y="38041"/>
                  <a:pt x="7394" y="6401"/>
                </a:cubicBezTo>
                <a:lnTo>
                  <a:pt x="7394" y="6401"/>
                </a:lnTo>
                <a:cubicBezTo>
                  <a:pt x="8680" y="2586"/>
                  <a:pt x="9448" y="293"/>
                  <a:pt x="9542" y="0"/>
                </a:cubicBezTo>
                <a:lnTo>
                  <a:pt x="8597" y="0"/>
                </a:lnTo>
                <a:lnTo>
                  <a:pt x="8597" y="0"/>
                </a:lnTo>
                <a:cubicBezTo>
                  <a:pt x="8597" y="0"/>
                  <a:pt x="7784" y="2374"/>
                  <a:pt x="6346" y="6641"/>
                </a:cubicBezTo>
                <a:lnTo>
                  <a:pt x="6346" y="6641"/>
                </a:lnTo>
                <a:cubicBezTo>
                  <a:pt x="-5238" y="41016"/>
                  <a:pt x="3448" y="43478"/>
                  <a:pt x="21229" y="41101"/>
                </a:cubicBezTo>
                <a:lnTo>
                  <a:pt x="21229" y="41101"/>
                </a:lnTo>
                <a:cubicBezTo>
                  <a:pt x="34825" y="39282"/>
                  <a:pt x="43200" y="37760"/>
                  <a:pt x="43200" y="37760"/>
                </a:cubicBezTo>
                <a:lnTo>
                  <a:pt x="43200" y="35085"/>
                </a:lnTo>
                <a:lnTo>
                  <a:pt x="43200" y="35085"/>
                </a:lnTo>
                <a:cubicBezTo>
                  <a:pt x="42705" y="35175"/>
                  <a:pt x="34680" y="36601"/>
                  <a:pt x="22022" y="38293"/>
                </a:cubicBezTo>
                <a:close/>
              </a:path>
            </a:pathLst>
          </a:custGeom>
          <a:solidFill>
            <a:schemeClr val="accent1">
              <a:alpha val="45000"/>
            </a:schemeClr>
          </a:solidFill>
          <a:ln w="9524">
            <a:solidFill>
              <a:srgbClr val="000000"/>
            </a:solidFill>
            <a:round/>
            <a:headEnd/>
            <a:tailEnd/>
          </a:ln>
        </p:spPr>
      </p:sp>
      <p:sp>
        <p:nvSpPr>
          <p:cNvPr id="922616824" name="Shape 1065"/>
          <p:cNvSpPr>
            <a:spLocks noChangeArrowheads="1" noGrp="1"/>
          </p:cNvSpPr>
          <p:nvPr userDrawn="1"/>
        </p:nvSpPr>
        <p:spPr bwMode="auto">
          <a:xfrm>
            <a:off x="0" y="0"/>
            <a:ext cx="18288000" cy="10287000"/>
          </a:xfrm>
          <a:custGeom>
            <a:avLst/>
            <a:gdLst/>
            <a:ahLst/>
            <a:cxnLst/>
            <a:rect l="l" t="t" r="r" b="b"/>
            <a:pathLst>
              <a:path w="43200" h="43200" fill="norm" stroke="0" extrusionOk="0">
                <a:moveTo>
                  <a:pt x="21937" y="38673"/>
                </a:moveTo>
                <a:lnTo>
                  <a:pt x="21937" y="38673"/>
                </a:lnTo>
                <a:cubicBezTo>
                  <a:pt x="4591" y="40992"/>
                  <a:pt x="-3491" y="38448"/>
                  <a:pt x="7299" y="6427"/>
                </a:cubicBezTo>
                <a:lnTo>
                  <a:pt x="7299" y="6427"/>
                </a:lnTo>
                <a:cubicBezTo>
                  <a:pt x="8570" y="2655"/>
                  <a:pt x="9336" y="352"/>
                  <a:pt x="9449" y="0"/>
                </a:cubicBezTo>
                <a:lnTo>
                  <a:pt x="8597" y="0"/>
                </a:lnTo>
                <a:lnTo>
                  <a:pt x="8597" y="0"/>
                </a:lnTo>
                <a:cubicBezTo>
                  <a:pt x="8597" y="0"/>
                  <a:pt x="7784" y="2374"/>
                  <a:pt x="6346" y="6641"/>
                </a:cubicBezTo>
                <a:lnTo>
                  <a:pt x="6346" y="6641"/>
                </a:lnTo>
                <a:cubicBezTo>
                  <a:pt x="-5238" y="41016"/>
                  <a:pt x="3448" y="43478"/>
                  <a:pt x="21229" y="41101"/>
                </a:cubicBezTo>
                <a:lnTo>
                  <a:pt x="21229" y="41101"/>
                </a:lnTo>
                <a:cubicBezTo>
                  <a:pt x="34825" y="39282"/>
                  <a:pt x="43200" y="37760"/>
                  <a:pt x="43200" y="37760"/>
                </a:cubicBezTo>
                <a:lnTo>
                  <a:pt x="43200" y="35453"/>
                </a:lnTo>
                <a:lnTo>
                  <a:pt x="43200" y="35453"/>
                </a:lnTo>
                <a:cubicBezTo>
                  <a:pt x="42570" y="35561"/>
                  <a:pt x="34558" y="36985"/>
                  <a:pt x="21937" y="38673"/>
                </a:cubicBezTo>
                <a:close/>
              </a:path>
            </a:pathLst>
          </a:custGeom>
          <a:solidFill>
            <a:schemeClr val="accent1">
              <a:alpha val="55000"/>
            </a:schemeClr>
          </a:solidFill>
          <a:ln w="9524">
            <a:solidFill>
              <a:srgbClr val="000000"/>
            </a:solidFill>
            <a:round/>
            <a:headEnd/>
            <a:tailEnd/>
          </a:ln>
        </p:spPr>
      </p:sp>
      <p:sp>
        <p:nvSpPr>
          <p:cNvPr id="647761790" name="Shape 1066"/>
          <p:cNvSpPr>
            <a:spLocks noChangeArrowheads="1" noGrp="1"/>
          </p:cNvSpPr>
          <p:nvPr userDrawn="1"/>
        </p:nvSpPr>
        <p:spPr bwMode="auto">
          <a:xfrm>
            <a:off x="0" y="0"/>
            <a:ext cx="18288000" cy="10287000"/>
          </a:xfrm>
          <a:custGeom>
            <a:avLst/>
            <a:gdLst/>
            <a:ahLst/>
            <a:cxnLst/>
            <a:rect l="l" t="t" r="r" b="b"/>
            <a:pathLst>
              <a:path w="43200" h="43200" fill="norm" stroke="0" extrusionOk="0">
                <a:moveTo>
                  <a:pt x="21853" y="39052"/>
                </a:moveTo>
                <a:lnTo>
                  <a:pt x="21853" y="39052"/>
                </a:lnTo>
                <a:cubicBezTo>
                  <a:pt x="4466" y="41377"/>
                  <a:pt x="-3715" y="38855"/>
                  <a:pt x="7204" y="6453"/>
                </a:cubicBezTo>
                <a:lnTo>
                  <a:pt x="7204" y="6453"/>
                </a:lnTo>
                <a:cubicBezTo>
                  <a:pt x="8461" y="2724"/>
                  <a:pt x="9225" y="411"/>
                  <a:pt x="9357" y="0"/>
                </a:cubicBezTo>
                <a:lnTo>
                  <a:pt x="8597" y="0"/>
                </a:lnTo>
                <a:lnTo>
                  <a:pt x="8597" y="0"/>
                </a:lnTo>
                <a:cubicBezTo>
                  <a:pt x="8597" y="0"/>
                  <a:pt x="7784" y="2374"/>
                  <a:pt x="6346" y="6641"/>
                </a:cubicBezTo>
                <a:lnTo>
                  <a:pt x="6346" y="6641"/>
                </a:lnTo>
                <a:cubicBezTo>
                  <a:pt x="-5238" y="41016"/>
                  <a:pt x="3448" y="43478"/>
                  <a:pt x="21229" y="41101"/>
                </a:cubicBezTo>
                <a:lnTo>
                  <a:pt x="21229" y="41101"/>
                </a:lnTo>
                <a:cubicBezTo>
                  <a:pt x="34825" y="39282"/>
                  <a:pt x="43200" y="37760"/>
                  <a:pt x="43200" y="37760"/>
                </a:cubicBezTo>
                <a:lnTo>
                  <a:pt x="43200" y="35822"/>
                </a:lnTo>
                <a:lnTo>
                  <a:pt x="43200" y="35822"/>
                </a:lnTo>
                <a:cubicBezTo>
                  <a:pt x="42480" y="35948"/>
                  <a:pt x="34436" y="37369"/>
                  <a:pt x="21853" y="39052"/>
                </a:cubicBezTo>
                <a:close/>
              </a:path>
            </a:pathLst>
          </a:custGeom>
          <a:solidFill>
            <a:schemeClr val="accent1">
              <a:alpha val="63999"/>
            </a:schemeClr>
          </a:solidFill>
          <a:ln w="9524">
            <a:solidFill>
              <a:srgbClr val="000000"/>
            </a:solidFill>
            <a:round/>
            <a:headEnd/>
            <a:tailEnd/>
          </a:ln>
        </p:spPr>
      </p:sp>
      <p:sp>
        <p:nvSpPr>
          <p:cNvPr id="1936664705" name="Shape 1067"/>
          <p:cNvSpPr>
            <a:spLocks noChangeArrowheads="1" noGrp="1"/>
          </p:cNvSpPr>
          <p:nvPr userDrawn="1"/>
        </p:nvSpPr>
        <p:spPr bwMode="auto">
          <a:xfrm>
            <a:off x="0" y="0"/>
            <a:ext cx="18288000" cy="10287000"/>
          </a:xfrm>
          <a:custGeom>
            <a:avLst/>
            <a:gdLst/>
            <a:ahLst/>
            <a:cxnLst/>
            <a:rect l="l" t="t" r="r" b="b"/>
            <a:pathLst>
              <a:path w="43200" h="43200" fill="norm" stroke="0" extrusionOk="0">
                <a:moveTo>
                  <a:pt x="21768" y="39431"/>
                </a:moveTo>
                <a:lnTo>
                  <a:pt x="21768" y="39431"/>
                </a:lnTo>
                <a:cubicBezTo>
                  <a:pt x="4340" y="41761"/>
                  <a:pt x="-3939" y="39262"/>
                  <a:pt x="7109" y="6478"/>
                </a:cubicBezTo>
                <a:lnTo>
                  <a:pt x="7109" y="6478"/>
                </a:lnTo>
                <a:cubicBezTo>
                  <a:pt x="8351" y="2792"/>
                  <a:pt x="9114" y="470"/>
                  <a:pt x="9265" y="0"/>
                </a:cubicBezTo>
                <a:lnTo>
                  <a:pt x="8597" y="0"/>
                </a:lnTo>
                <a:lnTo>
                  <a:pt x="8597" y="0"/>
                </a:lnTo>
                <a:cubicBezTo>
                  <a:pt x="8597" y="0"/>
                  <a:pt x="7784" y="2374"/>
                  <a:pt x="6346" y="6641"/>
                </a:cubicBezTo>
                <a:lnTo>
                  <a:pt x="6346" y="6641"/>
                </a:lnTo>
                <a:cubicBezTo>
                  <a:pt x="-5238" y="41016"/>
                  <a:pt x="3448" y="43478"/>
                  <a:pt x="21229" y="41101"/>
                </a:cubicBezTo>
                <a:lnTo>
                  <a:pt x="21229" y="41101"/>
                </a:lnTo>
                <a:cubicBezTo>
                  <a:pt x="34825" y="39282"/>
                  <a:pt x="43200" y="37760"/>
                  <a:pt x="43200" y="37760"/>
                </a:cubicBezTo>
                <a:lnTo>
                  <a:pt x="43200" y="36190"/>
                </a:lnTo>
                <a:lnTo>
                  <a:pt x="43200" y="36190"/>
                </a:lnTo>
                <a:cubicBezTo>
                  <a:pt x="42390" y="36334"/>
                  <a:pt x="34314" y="37753"/>
                  <a:pt x="21768" y="39431"/>
                </a:cubicBezTo>
                <a:close/>
              </a:path>
            </a:pathLst>
          </a:custGeom>
          <a:solidFill>
            <a:schemeClr val="accent1">
              <a:alpha val="73000"/>
            </a:schemeClr>
          </a:solidFill>
          <a:ln w="9524">
            <a:solidFill>
              <a:srgbClr val="000000"/>
            </a:solidFill>
            <a:round/>
            <a:headEnd/>
            <a:tailEnd/>
          </a:ln>
        </p:spPr>
      </p:sp>
      <p:sp>
        <p:nvSpPr>
          <p:cNvPr id="1537789256" name="Shape 1068"/>
          <p:cNvSpPr>
            <a:spLocks noChangeArrowheads="1" noGrp="1"/>
          </p:cNvSpPr>
          <p:nvPr userDrawn="1"/>
        </p:nvSpPr>
        <p:spPr bwMode="auto">
          <a:xfrm>
            <a:off x="0" y="0"/>
            <a:ext cx="18288000" cy="10287000"/>
          </a:xfrm>
          <a:custGeom>
            <a:avLst/>
            <a:gdLst/>
            <a:ahLst/>
            <a:cxnLst/>
            <a:rect l="l" t="t" r="r" b="b"/>
            <a:pathLst>
              <a:path w="43200" h="43200" fill="norm" stroke="0" extrusionOk="0">
                <a:moveTo>
                  <a:pt x="21683" y="39810"/>
                </a:moveTo>
                <a:lnTo>
                  <a:pt x="21683" y="39810"/>
                </a:lnTo>
                <a:cubicBezTo>
                  <a:pt x="4214" y="42146"/>
                  <a:pt x="-4163" y="39669"/>
                  <a:pt x="7014" y="6504"/>
                </a:cubicBezTo>
                <a:lnTo>
                  <a:pt x="7014" y="6504"/>
                </a:lnTo>
                <a:cubicBezTo>
                  <a:pt x="8241" y="2861"/>
                  <a:pt x="9003" y="528"/>
                  <a:pt x="9172" y="0"/>
                </a:cubicBezTo>
                <a:lnTo>
                  <a:pt x="8597" y="0"/>
                </a:lnTo>
                <a:lnTo>
                  <a:pt x="8597" y="0"/>
                </a:lnTo>
                <a:cubicBezTo>
                  <a:pt x="8597" y="0"/>
                  <a:pt x="7784" y="2374"/>
                  <a:pt x="6346" y="6641"/>
                </a:cubicBezTo>
                <a:lnTo>
                  <a:pt x="6346" y="6641"/>
                </a:lnTo>
                <a:cubicBezTo>
                  <a:pt x="-5238" y="41016"/>
                  <a:pt x="3448" y="43478"/>
                  <a:pt x="21229" y="41101"/>
                </a:cubicBezTo>
                <a:lnTo>
                  <a:pt x="21229" y="41101"/>
                </a:lnTo>
                <a:cubicBezTo>
                  <a:pt x="34825" y="39282"/>
                  <a:pt x="43200" y="37760"/>
                  <a:pt x="43200" y="37760"/>
                </a:cubicBezTo>
                <a:lnTo>
                  <a:pt x="43200" y="36558"/>
                </a:lnTo>
                <a:lnTo>
                  <a:pt x="43200" y="36558"/>
                </a:lnTo>
                <a:cubicBezTo>
                  <a:pt x="42300" y="36720"/>
                  <a:pt x="34192" y="38137"/>
                  <a:pt x="21683" y="39810"/>
                </a:cubicBezTo>
                <a:close/>
              </a:path>
            </a:pathLst>
          </a:custGeom>
          <a:solidFill>
            <a:schemeClr val="accent1">
              <a:alpha val="82000"/>
            </a:schemeClr>
          </a:solidFill>
          <a:ln w="9524">
            <a:solidFill>
              <a:srgbClr val="000000"/>
            </a:solidFill>
            <a:round/>
            <a:headEnd/>
            <a:tailEnd/>
          </a:ln>
        </p:spPr>
      </p:sp>
      <p:sp>
        <p:nvSpPr>
          <p:cNvPr id="1703988867" name="Shape 1069"/>
          <p:cNvSpPr>
            <a:spLocks noChangeArrowheads="1" noGrp="1"/>
          </p:cNvSpPr>
          <p:nvPr userDrawn="1"/>
        </p:nvSpPr>
        <p:spPr bwMode="auto">
          <a:xfrm>
            <a:off x="0" y="0"/>
            <a:ext cx="18288000" cy="10287000"/>
          </a:xfrm>
          <a:custGeom>
            <a:avLst/>
            <a:gdLst/>
            <a:ahLst/>
            <a:cxnLst/>
            <a:rect l="l" t="t" r="r" b="b"/>
            <a:pathLst>
              <a:path w="43200" h="43200" fill="norm" stroke="0" extrusionOk="0">
                <a:moveTo>
                  <a:pt x="21599" y="40189"/>
                </a:moveTo>
                <a:lnTo>
                  <a:pt x="21599" y="40189"/>
                </a:lnTo>
                <a:cubicBezTo>
                  <a:pt x="4089" y="42530"/>
                  <a:pt x="-4386" y="40077"/>
                  <a:pt x="6918" y="6529"/>
                </a:cubicBezTo>
                <a:lnTo>
                  <a:pt x="6918" y="6529"/>
                </a:lnTo>
                <a:cubicBezTo>
                  <a:pt x="8131" y="2930"/>
                  <a:pt x="8892" y="587"/>
                  <a:pt x="9080" y="0"/>
                </a:cubicBezTo>
                <a:lnTo>
                  <a:pt x="8597" y="0"/>
                </a:lnTo>
                <a:lnTo>
                  <a:pt x="8597" y="0"/>
                </a:lnTo>
                <a:cubicBezTo>
                  <a:pt x="8597" y="0"/>
                  <a:pt x="7784" y="2374"/>
                  <a:pt x="6346" y="6641"/>
                </a:cubicBezTo>
                <a:lnTo>
                  <a:pt x="6346" y="6641"/>
                </a:lnTo>
                <a:cubicBezTo>
                  <a:pt x="-5238" y="41016"/>
                  <a:pt x="3448" y="43478"/>
                  <a:pt x="21229" y="41101"/>
                </a:cubicBezTo>
                <a:lnTo>
                  <a:pt x="21229" y="41101"/>
                </a:lnTo>
                <a:cubicBezTo>
                  <a:pt x="34825" y="39282"/>
                  <a:pt x="43200" y="37760"/>
                  <a:pt x="43200" y="37760"/>
                </a:cubicBezTo>
                <a:lnTo>
                  <a:pt x="43200" y="36926"/>
                </a:lnTo>
                <a:lnTo>
                  <a:pt x="43200" y="36926"/>
                </a:lnTo>
                <a:cubicBezTo>
                  <a:pt x="42165" y="37107"/>
                  <a:pt x="34070" y="38521"/>
                  <a:pt x="21599" y="40189"/>
                </a:cubicBezTo>
                <a:close/>
              </a:path>
            </a:pathLst>
          </a:custGeom>
          <a:solidFill>
            <a:schemeClr val="accent1">
              <a:alpha val="91000"/>
            </a:schemeClr>
          </a:solidFill>
          <a:ln w="9524">
            <a:solidFill>
              <a:srgbClr val="000000"/>
            </a:solidFill>
            <a:round/>
            <a:headEnd/>
            <a:tailEnd/>
          </a:ln>
        </p:spPr>
      </p:sp>
      <p:sp>
        <p:nvSpPr>
          <p:cNvPr id="240002055" name="Shape 1070"/>
          <p:cNvSpPr>
            <a:spLocks noChangeArrowheads="1" noGrp="1"/>
          </p:cNvSpPr>
          <p:nvPr userDrawn="1"/>
        </p:nvSpPr>
        <p:spPr bwMode="auto">
          <a:xfrm>
            <a:off x="0" y="0"/>
            <a:ext cx="18288000" cy="10287000"/>
          </a:xfrm>
          <a:custGeom>
            <a:avLst/>
            <a:gdLst/>
            <a:ahLst/>
            <a:cxnLst/>
            <a:rect l="l" t="t" r="r" b="b"/>
            <a:pathLst>
              <a:path w="43200" h="43200" fill="norm" stroke="0" extrusionOk="0">
                <a:moveTo>
                  <a:pt x="21514" y="40568"/>
                </a:moveTo>
                <a:lnTo>
                  <a:pt x="21514" y="40568"/>
                </a:lnTo>
                <a:cubicBezTo>
                  <a:pt x="3963" y="42915"/>
                  <a:pt x="-4610" y="40484"/>
                  <a:pt x="6823" y="6555"/>
                </a:cubicBezTo>
                <a:lnTo>
                  <a:pt x="6823" y="6555"/>
                </a:lnTo>
                <a:cubicBezTo>
                  <a:pt x="8022" y="2999"/>
                  <a:pt x="8781" y="646"/>
                  <a:pt x="8988" y="0"/>
                </a:cubicBezTo>
                <a:lnTo>
                  <a:pt x="8597" y="0"/>
                </a:lnTo>
                <a:lnTo>
                  <a:pt x="8597" y="0"/>
                </a:lnTo>
                <a:cubicBezTo>
                  <a:pt x="8597" y="0"/>
                  <a:pt x="7784" y="2374"/>
                  <a:pt x="6346" y="6641"/>
                </a:cubicBezTo>
                <a:lnTo>
                  <a:pt x="6346" y="6641"/>
                </a:lnTo>
                <a:cubicBezTo>
                  <a:pt x="-5238" y="41016"/>
                  <a:pt x="3448" y="43478"/>
                  <a:pt x="21229" y="41101"/>
                </a:cubicBezTo>
                <a:lnTo>
                  <a:pt x="21229" y="41101"/>
                </a:lnTo>
                <a:cubicBezTo>
                  <a:pt x="34825" y="39282"/>
                  <a:pt x="43200" y="37760"/>
                  <a:pt x="43200" y="37760"/>
                </a:cubicBezTo>
                <a:lnTo>
                  <a:pt x="43200" y="37295"/>
                </a:lnTo>
                <a:lnTo>
                  <a:pt x="43200" y="37295"/>
                </a:lnTo>
                <a:cubicBezTo>
                  <a:pt x="42075" y="37493"/>
                  <a:pt x="33948" y="38905"/>
                  <a:pt x="21514" y="40568"/>
                </a:cubicBezTo>
                <a:close/>
              </a:path>
            </a:pathLst>
          </a:custGeom>
          <a:solidFill>
            <a:schemeClr val="accent1"/>
          </a:solidFill>
          <a:ln w="9524">
            <a:solidFill>
              <a:srgbClr val="000000"/>
            </a:solidFill>
            <a:round/>
            <a:headEnd/>
            <a:tailEnd/>
          </a:ln>
        </p:spPr>
      </p:sp>
      <p:sp>
        <p:nvSpPr>
          <p:cNvPr id="732219824" name="Title 1"/>
          <p:cNvSpPr>
            <a:spLocks noGrp="1"/>
          </p:cNvSpPr>
          <p:nvPr>
            <p:ph type="title"/>
          </p:nvPr>
        </p:nvSpPr>
        <p:spPr bwMode="auto">
          <a:xfrm>
            <a:off x="2375247" y="411957"/>
            <a:ext cx="14998351" cy="1714500"/>
          </a:xfrm>
          <a:prstGeom prst="rect">
            <a:avLst/>
          </a:prstGeom>
        </p:spPr>
        <p:txBody>
          <a:bodyPr vert="horz" lIns="91440" tIns="45720" rIns="91440" bIns="45720" rtlCol="0" anchor="ctr">
            <a:normAutofit/>
          </a:bodyPr>
          <a:lstStyle/>
          <a:p>
            <a:pPr>
              <a:defRPr/>
            </a:pPr>
            <a:r>
              <a:rPr/>
              <a:t>Click to edit Master title style</a:t>
            </a:r>
            <a:endParaRPr/>
          </a:p>
        </p:txBody>
      </p:sp>
      <p:sp>
        <p:nvSpPr>
          <p:cNvPr id="530345600" name="Slide Number Placeholder 5"/>
          <p:cNvSpPr>
            <a:spLocks noGrp="1"/>
          </p:cNvSpPr>
          <p:nvPr>
            <p:ph type="sldNum" sz="quarter" idx="4"/>
          </p:nvPr>
        </p:nvSpPr>
        <p:spPr bwMode="auto">
          <a:xfrm>
            <a:off x="13896527" y="9534525"/>
            <a:ext cx="3477071" cy="547687"/>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r>
              <a:rPr/>
              <a:t>	</a:t>
            </a:r>
            <a:fld id="{F8E3F0E9-0FC2-4DDE-87CF-3BA6A04EA4CC}" type="slidenum">
              <a:rPr/>
              <a:t>‹#›</a:t>
            </a:fld>
            <a:endParaRPr/>
          </a:p>
        </p:txBody>
      </p:sp>
      <p:sp>
        <p:nvSpPr>
          <p:cNvPr id="1813417369" name="Date Placeholder 3"/>
          <p:cNvSpPr>
            <a:spLocks noGrp="1"/>
          </p:cNvSpPr>
          <p:nvPr>
            <p:ph type="dt" sz="half" idx="2"/>
          </p:nvPr>
        </p:nvSpPr>
        <p:spPr bwMode="auto">
          <a:xfrm>
            <a:off x="2428527" y="9534525"/>
            <a:ext cx="4267199" cy="547687"/>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86EB4D43-F783-4E09-8208-6AA351DBC29B}" type="datetimeFigureOut">
              <a:rPr/>
              <a:t>22.10.2013</a:t>
            </a:fld>
            <a:endParaRPr/>
          </a:p>
        </p:txBody>
      </p:sp>
      <p:sp>
        <p:nvSpPr>
          <p:cNvPr id="1090568627" name="Footer Placeholder 4"/>
          <p:cNvSpPr>
            <a:spLocks noGrp="1"/>
          </p:cNvSpPr>
          <p:nvPr>
            <p:ph type="ftr" sz="quarter" idx="3"/>
          </p:nvPr>
        </p:nvSpPr>
        <p:spPr bwMode="auto">
          <a:xfrm>
            <a:off x="7688559" y="9534525"/>
            <a:ext cx="5343871" cy="547687"/>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r" defTabSz="914400" rtl="0">
        <a:spcBef>
          <a:spcPts val="0"/>
        </a:spcBef>
        <a:buNone/>
        <a:defRPr sz="4400" b="1">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599"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429222205" name="Group 2"/>
          <p:cNvGrpSpPr/>
          <p:nvPr/>
        </p:nvGrpSpPr>
        <p:grpSpPr bwMode="auto">
          <a:xfrm rot="0">
            <a:off x="48625" y="897236"/>
            <a:ext cx="17700536" cy="686343"/>
            <a:chOff x="0" y="0"/>
            <a:chExt cx="23600715" cy="915124"/>
          </a:xfrm>
        </p:grpSpPr>
        <p:sp>
          <p:nvSpPr>
            <p:cNvPr id="3" name="Freeform 3"/>
            <p:cNvSpPr/>
            <p:nvPr/>
          </p:nvSpPr>
          <p:spPr bwMode="auto">
            <a:xfrm rot="0" flipH="0" flipV="0">
              <a:off x="0" y="0"/>
              <a:ext cx="23600718" cy="915118"/>
            </a:xfrm>
            <a:custGeom>
              <a:avLst/>
              <a:gdLst/>
              <a:ahLst/>
              <a:cxnLst/>
              <a:rect l="l" t="t" r="r" b="b"/>
              <a:pathLst>
                <a:path w="23600718" h="915118" fill="norm" stroke="1" extrusionOk="0">
                  <a:moveTo>
                    <a:pt x="0" y="0"/>
                  </a:moveTo>
                  <a:lnTo>
                    <a:pt x="23600718" y="0"/>
                  </a:lnTo>
                  <a:lnTo>
                    <a:pt x="23600718" y="915118"/>
                  </a:lnTo>
                  <a:lnTo>
                    <a:pt x="0" y="915118"/>
                  </a:lnTo>
                  <a:close/>
                </a:path>
              </a:pathLst>
            </a:custGeom>
            <a:blipFill rotWithShape="1">
              <a:blip r:embed="rId3">
                <a:alphaModFix amt="0"/>
              </a:blip>
              <a:stretch>
                <a:fillRect l="0" t="-452515" r="0" b="-452515"/>
              </a:stretch>
            </a:blipFill>
          </p:spPr>
        </p:sp>
        <p:sp>
          <p:nvSpPr>
            <p:cNvPr id="4" name="TextBox 4"/>
            <p:cNvSpPr txBox="1"/>
            <p:nvPr/>
          </p:nvSpPr>
          <p:spPr bwMode="auto">
            <a:xfrm>
              <a:off x="0" y="-28575"/>
              <a:ext cx="23600715" cy="943699"/>
            </a:xfrm>
            <a:prstGeom prst="rect">
              <a:avLst/>
            </a:prstGeom>
            <a:grpFill/>
          </p:spPr>
          <p:txBody>
            <a:bodyPr lIns="0" tIns="0" rIns="0" bIns="0" rtlCol="0" anchor="ctr"/>
            <a:lstStyle/>
            <a:p>
              <a:pPr algn="ctr">
                <a:lnSpc>
                  <a:spcPts val="4320"/>
                </a:lnSpc>
                <a:defRPr/>
              </a:pPr>
              <a:r>
                <a:rPr lang="en-US" sz="3600" b="1">
                  <a:solidFill>
                    <a:srgbClr val="000000"/>
                  </a:solidFill>
                  <a:latin typeface="Times New Roman Bold"/>
                  <a:ea typeface="Times New Roman Bold"/>
                  <a:cs typeface="Times New Roman Bold"/>
                </a:rPr>
                <a:t> LOST AND FOUND PLATFORM</a:t>
              </a:r>
              <a:endParaRPr/>
            </a:p>
          </p:txBody>
        </p:sp>
      </p:grpSp>
      <p:sp>
        <p:nvSpPr>
          <p:cNvPr id="2084472373" name="TextBox 5"/>
          <p:cNvSpPr txBox="1"/>
          <p:nvPr/>
        </p:nvSpPr>
        <p:spPr bwMode="auto">
          <a:xfrm rot="0">
            <a:off x="10309830" y="7893862"/>
            <a:ext cx="7624359" cy="1646280"/>
          </a:xfrm>
          <a:prstGeom prst="rect">
            <a:avLst/>
          </a:prstGeom>
        </p:spPr>
        <p:txBody>
          <a:bodyPr lIns="0" tIns="0" rIns="0" bIns="0" rtlCol="0" anchor="t">
            <a:spAutoFit/>
          </a:bodyPr>
          <a:lstStyle/>
          <a:p>
            <a:pPr algn="l">
              <a:lnSpc>
                <a:spcPts val="3240"/>
              </a:lnSpc>
              <a:defRPr/>
            </a:pPr>
            <a:r>
              <a:rPr lang="en-US" sz="2700" b="1">
                <a:solidFill>
                  <a:srgbClr val="000000"/>
                </a:solidFill>
                <a:latin typeface="Times New Roman Bold"/>
                <a:ea typeface="Times New Roman Bold"/>
                <a:cs typeface="Times New Roman Bold"/>
              </a:rPr>
              <a:t>Mr. Dheeraj Singh</a:t>
            </a:r>
            <a:endParaRPr/>
          </a:p>
          <a:p>
            <a:pPr algn="l">
              <a:lnSpc>
                <a:spcPts val="3240"/>
              </a:lnSpc>
              <a:defRPr/>
            </a:pPr>
            <a:r>
              <a:rPr lang="en-US" sz="2700" b="1">
                <a:solidFill>
                  <a:srgbClr val="000000"/>
                </a:solidFill>
                <a:latin typeface="Times New Roman Bold"/>
                <a:ea typeface="Times New Roman Bold"/>
                <a:cs typeface="Times New Roman Bold"/>
              </a:rPr>
              <a:t>Roll No: 23134501020</a:t>
            </a:r>
            <a:endParaRPr/>
          </a:p>
          <a:p>
            <a:pPr algn="l">
              <a:lnSpc>
                <a:spcPts val="3240"/>
              </a:lnSpc>
              <a:defRPr/>
            </a:pPr>
            <a:r>
              <a:rPr lang="en-US" sz="2700" b="1">
                <a:solidFill>
                  <a:srgbClr val="000000"/>
                </a:solidFill>
                <a:latin typeface="Times New Roman Bold"/>
                <a:ea typeface="Times New Roman Bold"/>
                <a:cs typeface="Times New Roman Bold"/>
              </a:rPr>
              <a:t>Department of Computer Science and Engineering</a:t>
            </a:r>
            <a:endParaRPr/>
          </a:p>
          <a:p>
            <a:pPr algn="l">
              <a:lnSpc>
                <a:spcPts val="3240"/>
              </a:lnSpc>
              <a:defRPr/>
            </a:pPr>
            <a:r>
              <a:rPr lang="en-US" sz="2700" b="1">
                <a:solidFill>
                  <a:srgbClr val="000000"/>
                </a:solidFill>
                <a:latin typeface="Times New Roman Bold"/>
                <a:ea typeface="Times New Roman Bold"/>
                <a:cs typeface="Times New Roman Bold"/>
              </a:rPr>
              <a:t>B.Tech. Sixth Semester</a:t>
            </a:r>
            <a:endParaRPr/>
          </a:p>
        </p:txBody>
      </p:sp>
      <p:sp>
        <p:nvSpPr>
          <p:cNvPr id="393265663" name="TextBox 6"/>
          <p:cNvSpPr txBox="1"/>
          <p:nvPr/>
        </p:nvSpPr>
        <p:spPr bwMode="auto">
          <a:xfrm rot="0">
            <a:off x="376665" y="7938677"/>
            <a:ext cx="8355887" cy="823320"/>
          </a:xfrm>
          <a:prstGeom prst="rect">
            <a:avLst/>
          </a:prstGeom>
        </p:spPr>
        <p:txBody>
          <a:bodyPr lIns="0" tIns="0" rIns="0" bIns="0" rtlCol="0" anchor="t">
            <a:spAutoFit/>
          </a:bodyPr>
          <a:lstStyle/>
          <a:p>
            <a:pPr algn="l">
              <a:lnSpc>
                <a:spcPts val="3240"/>
              </a:lnSpc>
              <a:defRPr/>
            </a:pPr>
            <a:r>
              <a:rPr lang="en-US" sz="2700" b="1">
                <a:solidFill>
                  <a:srgbClr val="000000"/>
                </a:solidFill>
                <a:latin typeface="Times New Roman Bold"/>
                <a:ea typeface="Times New Roman Bold"/>
                <a:cs typeface="Times New Roman Bold"/>
              </a:rPr>
              <a:t>Prof. Prem nath</a:t>
            </a:r>
            <a:endParaRPr/>
          </a:p>
          <a:p>
            <a:pPr algn="l">
              <a:lnSpc>
                <a:spcPts val="3240"/>
              </a:lnSpc>
              <a:defRPr/>
            </a:pPr>
            <a:r>
              <a:rPr lang="en-US" sz="2700" b="1">
                <a:solidFill>
                  <a:srgbClr val="000000"/>
                </a:solidFill>
                <a:latin typeface="Times New Roman Bold"/>
                <a:ea typeface="Times New Roman Bold"/>
                <a:cs typeface="Times New Roman Bold"/>
              </a:rPr>
              <a:t>Department of Computer Science and Engineering</a:t>
            </a:r>
            <a:endParaRPr/>
          </a:p>
        </p:txBody>
      </p:sp>
      <p:sp>
        <p:nvSpPr>
          <p:cNvPr id="1702217198" name="TextBox 7"/>
          <p:cNvSpPr txBox="1"/>
          <p:nvPr/>
        </p:nvSpPr>
        <p:spPr bwMode="auto">
          <a:xfrm rot="0">
            <a:off x="10009507" y="7206566"/>
            <a:ext cx="2108363" cy="365992"/>
          </a:xfrm>
          <a:prstGeom prst="rect">
            <a:avLst/>
          </a:prstGeom>
        </p:spPr>
        <p:txBody>
          <a:bodyPr lIns="0" tIns="0" rIns="0" bIns="0" rtlCol="0" anchor="t">
            <a:spAutoFit/>
          </a:bodyPr>
          <a:lstStyle/>
          <a:p>
            <a:pPr algn="ctr">
              <a:lnSpc>
                <a:spcPts val="2879"/>
              </a:lnSpc>
              <a:defRPr/>
            </a:pPr>
            <a:r>
              <a:rPr lang="en-US" sz="2400" b="1" i="1">
                <a:solidFill>
                  <a:srgbClr val="000000"/>
                </a:solidFill>
                <a:latin typeface="Times New Roman Bold Italics"/>
                <a:ea typeface="Times New Roman Bold Italics"/>
                <a:cs typeface="Times New Roman Bold Italics"/>
              </a:rPr>
              <a:t>Presented by</a:t>
            </a:r>
            <a:endParaRPr/>
          </a:p>
        </p:txBody>
      </p:sp>
      <p:sp>
        <p:nvSpPr>
          <p:cNvPr id="1809316213" name="TextBox 8"/>
          <p:cNvSpPr txBox="1"/>
          <p:nvPr/>
        </p:nvSpPr>
        <p:spPr bwMode="auto">
          <a:xfrm rot="0">
            <a:off x="376665" y="7206566"/>
            <a:ext cx="3237525" cy="365992"/>
          </a:xfrm>
          <a:prstGeom prst="rect">
            <a:avLst/>
          </a:prstGeom>
        </p:spPr>
        <p:txBody>
          <a:bodyPr lIns="0" tIns="0" rIns="0" bIns="0" rtlCol="0" anchor="t">
            <a:spAutoFit/>
          </a:bodyPr>
          <a:lstStyle/>
          <a:p>
            <a:pPr algn="l">
              <a:lnSpc>
                <a:spcPts val="2879"/>
              </a:lnSpc>
              <a:defRPr/>
            </a:pPr>
            <a:r>
              <a:rPr lang="en-US" sz="2400" b="1" i="1">
                <a:solidFill>
                  <a:srgbClr val="000000"/>
                </a:solidFill>
                <a:latin typeface="Times New Roman Bold Italics"/>
                <a:ea typeface="Times New Roman Bold Italics"/>
                <a:cs typeface="Times New Roman Bold Italics"/>
              </a:rPr>
              <a:t>Under the supervision of</a:t>
            </a:r>
            <a:endParaRPr/>
          </a:p>
        </p:txBody>
      </p:sp>
      <p:sp>
        <p:nvSpPr>
          <p:cNvPr id="700250493" name="TextBox 9"/>
          <p:cNvSpPr txBox="1"/>
          <p:nvPr/>
        </p:nvSpPr>
        <p:spPr bwMode="auto">
          <a:xfrm rot="0">
            <a:off x="7079112" y="128644"/>
            <a:ext cx="3488517" cy="503280"/>
          </a:xfrm>
          <a:prstGeom prst="rect">
            <a:avLst/>
          </a:prstGeom>
        </p:spPr>
        <p:txBody>
          <a:bodyPr lIns="0" tIns="0" rIns="0" bIns="0" rtlCol="0" anchor="t">
            <a:spAutoFit/>
          </a:bodyPr>
          <a:lstStyle/>
          <a:p>
            <a:pPr algn="ctr">
              <a:lnSpc>
                <a:spcPts val="3960"/>
              </a:lnSpc>
              <a:defRPr/>
            </a:pPr>
            <a:r>
              <a:rPr lang="en-US" sz="3300" b="1">
                <a:solidFill>
                  <a:srgbClr val="000000"/>
                </a:solidFill>
                <a:latin typeface="Times New Roman Bold"/>
                <a:ea typeface="Times New Roman Bold"/>
                <a:cs typeface="Times New Roman Bold"/>
              </a:rPr>
              <a:t>Presentation on </a:t>
            </a:r>
            <a:endParaRPr/>
          </a:p>
        </p:txBody>
      </p:sp>
      <p:sp>
        <p:nvSpPr>
          <p:cNvPr id="182913056" name="TextBox 10"/>
          <p:cNvSpPr txBox="1"/>
          <p:nvPr/>
        </p:nvSpPr>
        <p:spPr bwMode="auto">
          <a:xfrm rot="0">
            <a:off x="4046267" y="4933026"/>
            <a:ext cx="11035079" cy="1234800"/>
          </a:xfrm>
          <a:prstGeom prst="rect">
            <a:avLst/>
          </a:prstGeom>
        </p:spPr>
        <p:txBody>
          <a:bodyPr lIns="0" tIns="0" rIns="0" bIns="0" rtlCol="0" anchor="t">
            <a:spAutoFit/>
          </a:bodyPr>
          <a:lstStyle/>
          <a:p>
            <a:pPr algn="ctr">
              <a:lnSpc>
                <a:spcPts val="3240"/>
              </a:lnSpc>
              <a:defRPr/>
            </a:pPr>
            <a:r>
              <a:rPr lang="en-US" sz="2700" b="1">
                <a:solidFill>
                  <a:srgbClr val="000000"/>
                </a:solidFill>
                <a:latin typeface="Times New Roman Bold"/>
                <a:ea typeface="Times New Roman Bold"/>
                <a:cs typeface="Times New Roman Bold"/>
              </a:rPr>
              <a:t>Hemwati Nandan Bahuguna Garhwal University (A Central University)</a:t>
            </a:r>
            <a:endParaRPr/>
          </a:p>
          <a:p>
            <a:pPr algn="ctr">
              <a:lnSpc>
                <a:spcPts val="3240"/>
              </a:lnSpc>
              <a:defRPr/>
            </a:pPr>
            <a:r>
              <a:rPr lang="en-US" sz="2700" b="1">
                <a:solidFill>
                  <a:srgbClr val="000000"/>
                </a:solidFill>
                <a:latin typeface="Times New Roman Bold"/>
                <a:ea typeface="Times New Roman Bold"/>
                <a:cs typeface="Times New Roman Bold"/>
              </a:rPr>
              <a:t>School of Engineering and Technology</a:t>
            </a:r>
            <a:endParaRPr/>
          </a:p>
          <a:p>
            <a:pPr algn="ctr">
              <a:lnSpc>
                <a:spcPts val="3240"/>
              </a:lnSpc>
              <a:defRPr/>
            </a:pPr>
            <a:r>
              <a:rPr lang="en-US" sz="2700" b="1">
                <a:solidFill>
                  <a:srgbClr val="000000"/>
                </a:solidFill>
                <a:latin typeface="Times New Roman Bold"/>
                <a:ea typeface="Times New Roman Bold"/>
                <a:cs typeface="Times New Roman Bold"/>
              </a:rPr>
              <a:t>Department of Computer Science and Engineering      </a:t>
            </a:r>
            <a:endParaRPr/>
          </a:p>
        </p:txBody>
      </p:sp>
      <p:grpSp>
        <p:nvGrpSpPr>
          <p:cNvPr id="510333236" name="Group 11"/>
          <p:cNvGrpSpPr/>
          <p:nvPr/>
        </p:nvGrpSpPr>
        <p:grpSpPr bwMode="auto">
          <a:xfrm rot="0">
            <a:off x="7830083" y="1838601"/>
            <a:ext cx="2338273" cy="1809988"/>
            <a:chOff x="0" y="0"/>
            <a:chExt cx="3117698" cy="2413318"/>
          </a:xfrm>
        </p:grpSpPr>
        <p:sp>
          <p:nvSpPr>
            <p:cNvPr id="12" name="Freeform 12"/>
            <p:cNvSpPr/>
            <p:nvPr/>
          </p:nvSpPr>
          <p:spPr bwMode="auto">
            <a:xfrm rot="0" flipH="0" flipV="0">
              <a:off x="0" y="0"/>
              <a:ext cx="3117723" cy="2413381"/>
            </a:xfrm>
            <a:custGeom>
              <a:avLst/>
              <a:gdLst/>
              <a:ahLst/>
              <a:cxnLst/>
              <a:rect l="l" t="t" r="r" b="b"/>
              <a:pathLst>
                <a:path w="3117723" h="2413381" fill="norm" stroke="1" extrusionOk="0">
                  <a:moveTo>
                    <a:pt x="0" y="0"/>
                  </a:moveTo>
                  <a:lnTo>
                    <a:pt x="3117723" y="0"/>
                  </a:lnTo>
                  <a:lnTo>
                    <a:pt x="3117723" y="2413381"/>
                  </a:lnTo>
                  <a:lnTo>
                    <a:pt x="0" y="2413381"/>
                  </a:lnTo>
                  <a:lnTo>
                    <a:pt x="0" y="0"/>
                  </a:lnTo>
                  <a:close/>
                </a:path>
              </a:pathLst>
            </a:custGeom>
            <a:blipFill rotWithShape="1">
              <a:blip r:embed="rId4"/>
              <a:stretch>
                <a:fillRect l="-47" t="0" r="-46" b="1"/>
              </a:stretch>
            </a:blipFill>
          </p:spPr>
        </p:sp>
      </p:grpSp>
      <p:sp>
        <p:nvSpPr>
          <p:cNvPr id="1738119725" name="TextBox 13"/>
          <p:cNvSpPr txBox="1"/>
          <p:nvPr/>
        </p:nvSpPr>
        <p:spPr bwMode="auto">
          <a:xfrm rot="0">
            <a:off x="5332989" y="3960961"/>
            <a:ext cx="7110408" cy="823320"/>
          </a:xfrm>
          <a:prstGeom prst="rect">
            <a:avLst/>
          </a:prstGeom>
        </p:spPr>
        <p:txBody>
          <a:bodyPr lIns="0" tIns="0" rIns="0" bIns="0" rtlCol="0" anchor="t">
            <a:spAutoFit/>
          </a:bodyPr>
          <a:lstStyle/>
          <a:p>
            <a:pPr algn="ctr">
              <a:lnSpc>
                <a:spcPts val="3240"/>
              </a:lnSpc>
              <a:defRPr/>
            </a:pPr>
            <a:r>
              <a:rPr lang="en-US" sz="2700" b="1">
                <a:solidFill>
                  <a:srgbClr val="000000"/>
                </a:solidFill>
                <a:latin typeface="Times New Roman Bold"/>
                <a:ea typeface="Times New Roman Bold"/>
                <a:cs typeface="Times New Roman Bold"/>
              </a:rPr>
              <a:t>Skill Course: SET/CS/SC/C607 	</a:t>
            </a:r>
            <a:endParaRPr/>
          </a:p>
          <a:p>
            <a:pPr algn="ctr">
              <a:lnSpc>
                <a:spcPts val="3240"/>
              </a:lnSpc>
              <a:defRPr/>
            </a:pPr>
            <a:r>
              <a:rPr lang="en-US" sz="2700" b="1">
                <a:solidFill>
                  <a:srgbClr val="000000"/>
                </a:solidFill>
                <a:latin typeface="Times New Roman Bold"/>
                <a:ea typeface="Times New Roman Bold"/>
                <a:cs typeface="Times New Roman Bold"/>
              </a:rPr>
              <a:t> 	Mini Project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495978124" name="Group 2"/>
          <p:cNvGrpSpPr/>
          <p:nvPr/>
        </p:nvGrpSpPr>
        <p:grpSpPr bwMode="auto">
          <a:xfrm rot="0">
            <a:off x="5542464" y="190700"/>
            <a:ext cx="7429433" cy="841077"/>
            <a:chOff x="0" y="0"/>
            <a:chExt cx="9905911" cy="1121435"/>
          </a:xfrm>
        </p:grpSpPr>
        <p:sp>
          <p:nvSpPr>
            <p:cNvPr id="3" name="Freeform 3"/>
            <p:cNvSpPr/>
            <p:nvPr/>
          </p:nvSpPr>
          <p:spPr bwMode="auto">
            <a:xfrm rot="0" flipH="0" flipV="0">
              <a:off x="0" y="0"/>
              <a:ext cx="9905916" cy="1121434"/>
            </a:xfrm>
            <a:custGeom>
              <a:avLst/>
              <a:gdLst/>
              <a:ahLst/>
              <a:cxnLst/>
              <a:rect l="l" t="t" r="r" b="b"/>
              <a:pathLst>
                <a:path w="9905916" h="1121434" fill="norm" stroke="1" extrusionOk="0">
                  <a:moveTo>
                    <a:pt x="0" y="0"/>
                  </a:moveTo>
                  <a:lnTo>
                    <a:pt x="9905916" y="0"/>
                  </a:lnTo>
                  <a:lnTo>
                    <a:pt x="9905916" y="1121434"/>
                  </a:lnTo>
                  <a:lnTo>
                    <a:pt x="0" y="1121434"/>
                  </a:lnTo>
                  <a:close/>
                </a:path>
              </a:pathLst>
            </a:custGeom>
            <a:blipFill rotWithShape="1">
              <a:blip r:embed="rId3">
                <a:alphaModFix amt="0"/>
              </a:blip>
              <a:stretch>
                <a:fillRect l="0" t="-122116" r="0" b="-122115"/>
              </a:stretch>
            </a:blipFill>
          </p:spPr>
        </p:sp>
        <p:sp>
          <p:nvSpPr>
            <p:cNvPr id="4" name="TextBox 4"/>
            <p:cNvSpPr txBox="1"/>
            <p:nvPr/>
          </p:nvSpPr>
          <p:spPr bwMode="auto">
            <a:xfrm>
              <a:off x="0" y="38100"/>
              <a:ext cx="9905911" cy="1083335"/>
            </a:xfrm>
            <a:prstGeom prst="rect">
              <a:avLst/>
            </a:prstGeom>
            <a:grpFill/>
          </p:spPr>
          <p:txBody>
            <a:bodyPr lIns="0" tIns="0" rIns="0" bIns="0" rtlCol="0" anchor="ctr"/>
            <a:lstStyle/>
            <a:p>
              <a:pPr algn="ctr">
                <a:lnSpc>
                  <a:spcPts val="7128"/>
                </a:lnSpc>
                <a:defRPr/>
              </a:pPr>
              <a:r>
                <a:rPr lang="en-US" sz="6600">
                  <a:solidFill>
                    <a:srgbClr val="000000"/>
                  </a:solidFill>
                  <a:latin typeface="Times New Roman"/>
                  <a:ea typeface="Times New Roman"/>
                  <a:cs typeface="Times New Roman"/>
                </a:rPr>
                <a:t>Presentation Outline</a:t>
              </a:r>
              <a:endParaRPr/>
            </a:p>
          </p:txBody>
        </p:sp>
      </p:grpSp>
      <p:sp>
        <p:nvSpPr>
          <p:cNvPr id="1102620320" name="TextBox 5"/>
          <p:cNvSpPr txBox="1"/>
          <p:nvPr/>
        </p:nvSpPr>
        <p:spPr bwMode="auto">
          <a:xfrm rot="0" flipH="0" flipV="0">
            <a:off x="91439" y="1171936"/>
            <a:ext cx="17924039" cy="6542892"/>
          </a:xfrm>
          <a:prstGeom prst="rect">
            <a:avLst/>
          </a:prstGeom>
        </p:spPr>
        <p:txBody>
          <a:bodyPr lIns="0" tIns="0" rIns="0" bIns="0" rtlCol="0" anchor="t">
            <a:spAutoFit/>
          </a:bodyPr>
          <a:lstStyle/>
          <a:p>
            <a:pPr marL="488632" lvl="1" indent="-244316" algn="l">
              <a:lnSpc>
                <a:spcPts val="4860"/>
              </a:lnSpc>
              <a:buAutoNum type="arabicPeriod" startAt="1"/>
              <a:defRPr/>
            </a:pPr>
            <a:r>
              <a:rPr lang="en-US" sz="2800">
                <a:solidFill>
                  <a:srgbClr val="000000"/>
                </a:solidFill>
                <a:latin typeface="Times New Roman"/>
                <a:ea typeface="Times New Roman"/>
                <a:cs typeface="Times New Roman"/>
              </a:rPr>
              <a:t>Introduction and Background</a:t>
            </a:r>
            <a:endParaRPr sz="2800"/>
          </a:p>
          <a:p>
            <a:pPr marL="488632" lvl="1" indent="-244316" algn="l">
              <a:lnSpc>
                <a:spcPts val="4860"/>
              </a:lnSpc>
              <a:buAutoNum type="arabicPeriod" startAt="1"/>
              <a:defRPr/>
            </a:pPr>
            <a:r>
              <a:rPr lang="en-US" sz="2800">
                <a:solidFill>
                  <a:srgbClr val="000000"/>
                </a:solidFill>
                <a:latin typeface="Times New Roman"/>
                <a:ea typeface="Times New Roman"/>
                <a:cs typeface="Times New Roman"/>
              </a:rPr>
              <a:t>Objective and Scope</a:t>
            </a:r>
            <a:endParaRPr sz="2800"/>
          </a:p>
          <a:p>
            <a:pPr marL="488632" lvl="1" indent="-244316" algn="l">
              <a:lnSpc>
                <a:spcPts val="4860"/>
              </a:lnSpc>
              <a:buAutoNum type="arabicPeriod" startAt="1"/>
              <a:defRPr/>
            </a:pPr>
            <a:r>
              <a:rPr lang="en-US" sz="2800">
                <a:solidFill>
                  <a:srgbClr val="000000"/>
                </a:solidFill>
                <a:latin typeface="Times New Roman"/>
                <a:ea typeface="Times New Roman"/>
                <a:cs typeface="Times New Roman"/>
              </a:rPr>
              <a:t>Literature Survey/ Existing System  (if any)</a:t>
            </a:r>
            <a:endParaRPr sz="2800"/>
          </a:p>
          <a:p>
            <a:pPr marL="488632" lvl="1" indent="-244316" algn="l">
              <a:lnSpc>
                <a:spcPts val="4860"/>
              </a:lnSpc>
              <a:buAutoNum type="arabicPeriod" startAt="1"/>
              <a:defRPr/>
            </a:pPr>
            <a:r>
              <a:rPr lang="en-US" sz="2800">
                <a:solidFill>
                  <a:srgbClr val="000000"/>
                </a:solidFill>
                <a:latin typeface="Times New Roman"/>
                <a:ea typeface="Times New Roman"/>
                <a:cs typeface="Times New Roman"/>
              </a:rPr>
              <a:t>Motivation</a:t>
            </a:r>
            <a:endParaRPr sz="2800"/>
          </a:p>
          <a:p>
            <a:pPr marL="488632" lvl="1" indent="-244316" algn="l">
              <a:lnSpc>
                <a:spcPts val="4860"/>
              </a:lnSpc>
              <a:buAutoNum type="arabicPeriod" startAt="1"/>
              <a:defRPr/>
            </a:pPr>
            <a:r>
              <a:rPr lang="en-US" sz="2800">
                <a:solidFill>
                  <a:srgbClr val="000000"/>
                </a:solidFill>
                <a:latin typeface="Times New Roman"/>
                <a:ea typeface="Times New Roman"/>
                <a:cs typeface="Times New Roman"/>
              </a:rPr>
              <a:t>Methodology &amp; Proposed System</a:t>
            </a:r>
            <a:endParaRPr sz="2800"/>
          </a:p>
          <a:p>
            <a:pPr marL="488632" lvl="1" indent="-244316" algn="l">
              <a:lnSpc>
                <a:spcPts val="4860"/>
              </a:lnSpc>
              <a:buAutoNum type="arabicPeriod" startAt="1"/>
              <a:defRPr/>
            </a:pPr>
            <a:r>
              <a:rPr lang="en-US" sz="2800">
                <a:solidFill>
                  <a:srgbClr val="000000"/>
                </a:solidFill>
                <a:latin typeface="Times New Roman"/>
                <a:ea typeface="Times New Roman"/>
                <a:cs typeface="Times New Roman"/>
              </a:rPr>
              <a:t>Design &amp; Implementation</a:t>
            </a:r>
            <a:endParaRPr sz="2800"/>
          </a:p>
          <a:p>
            <a:pPr marL="488632" lvl="1" indent="-244316" algn="l">
              <a:lnSpc>
                <a:spcPts val="4860"/>
              </a:lnSpc>
              <a:buAutoNum type="arabicPeriod" startAt="1"/>
              <a:defRPr/>
            </a:pPr>
            <a:r>
              <a:rPr lang="en-US" sz="2800">
                <a:solidFill>
                  <a:srgbClr val="000000"/>
                </a:solidFill>
                <a:latin typeface="Times New Roman"/>
                <a:ea typeface="Times New Roman"/>
                <a:cs typeface="Times New Roman"/>
              </a:rPr>
              <a:t>Results &amp; Discussion</a:t>
            </a:r>
            <a:endParaRPr sz="2800"/>
          </a:p>
          <a:p>
            <a:pPr marL="488632" lvl="1" indent="-244316" algn="l">
              <a:lnSpc>
                <a:spcPts val="4860"/>
              </a:lnSpc>
              <a:buAutoNum type="arabicPeriod" startAt="1"/>
              <a:defRPr/>
            </a:pPr>
            <a:r>
              <a:rPr lang="en-US" sz="2800">
                <a:solidFill>
                  <a:srgbClr val="000000"/>
                </a:solidFill>
                <a:latin typeface="Times New Roman"/>
                <a:ea typeface="Times New Roman"/>
                <a:cs typeface="Times New Roman"/>
              </a:rPr>
              <a:t>Limitations</a:t>
            </a:r>
            <a:endParaRPr sz="2800"/>
          </a:p>
          <a:p>
            <a:pPr marL="488632" lvl="1" indent="-244316" algn="l">
              <a:lnSpc>
                <a:spcPts val="4860"/>
              </a:lnSpc>
              <a:buAutoNum type="arabicPeriod" startAt="1"/>
              <a:defRPr/>
            </a:pPr>
            <a:r>
              <a:rPr lang="en-US" sz="2800">
                <a:solidFill>
                  <a:srgbClr val="000000"/>
                </a:solidFill>
                <a:latin typeface="Times New Roman"/>
                <a:ea typeface="Times New Roman"/>
                <a:cs typeface="Times New Roman"/>
              </a:rPr>
              <a:t>Conclusion &amp; Future Work</a:t>
            </a:r>
            <a:endParaRPr sz="2800"/>
          </a:p>
          <a:p>
            <a:pPr marL="488632" lvl="1" indent="-244316" algn="l">
              <a:lnSpc>
                <a:spcPts val="4860"/>
              </a:lnSpc>
              <a:defRPr/>
            </a:pPr>
            <a:r>
              <a:rPr lang="en-US" sz="2700">
                <a:solidFill>
                  <a:srgbClr val="000000"/>
                </a:solidFill>
                <a:latin typeface="Times New Roman"/>
                <a:ea typeface="Times New Roman"/>
                <a:cs typeface="Times New Roman"/>
              </a:rPr>
              <a:t>References</a:t>
            </a:r>
            <a:endParaRPr/>
          </a:p>
          <a:p>
            <a:pPr marL="488632" lvl="1" indent="-244316" algn="l">
              <a:lnSpc>
                <a:spcPts val="2916"/>
              </a:lnSpc>
              <a:defRPr/>
            </a:pPr>
            <a:endParaRPr/>
          </a:p>
        </p:txBody>
      </p:sp>
      <p:grpSp>
        <p:nvGrpSpPr>
          <p:cNvPr id="1435777959" name="Group 6"/>
          <p:cNvGrpSpPr/>
          <p:nvPr/>
        </p:nvGrpSpPr>
        <p:grpSpPr bwMode="auto">
          <a:xfrm rot="0">
            <a:off x="-9525" y="1021280"/>
            <a:ext cx="10495740" cy="285912"/>
            <a:chOff x="0" y="0"/>
            <a:chExt cx="13994320" cy="381216"/>
          </a:xfrm>
        </p:grpSpPr>
        <p:sp>
          <p:nvSpPr>
            <p:cNvPr id="7" name="Freeform 7"/>
            <p:cNvSpPr/>
            <p:nvPr/>
          </p:nvSpPr>
          <p:spPr bwMode="auto">
            <a:xfrm rot="0" flipH="0" flipV="0">
              <a:off x="12700" y="12700"/>
              <a:ext cx="13968857" cy="355854"/>
            </a:xfrm>
            <a:custGeom>
              <a:avLst/>
              <a:gdLst/>
              <a:ahLst/>
              <a:cxnLst/>
              <a:rect l="l" t="t" r="r" b="b"/>
              <a:pathLst>
                <a:path w="13968857" h="355854" fill="norm" stroke="1" extrusionOk="0">
                  <a:moveTo>
                    <a:pt x="0" y="0"/>
                  </a:moveTo>
                  <a:lnTo>
                    <a:pt x="13968857" y="0"/>
                  </a:lnTo>
                  <a:lnTo>
                    <a:pt x="13968857" y="355854"/>
                  </a:lnTo>
                  <a:lnTo>
                    <a:pt x="0" y="355854"/>
                  </a:lnTo>
                  <a:close/>
                </a:path>
              </a:pathLst>
            </a:custGeom>
            <a:solidFill>
              <a:srgbClr val="2E75B6"/>
            </a:solidFill>
          </p:spPr>
        </p:sp>
        <p:sp>
          <p:nvSpPr>
            <p:cNvPr id="8" name="Freeform 8"/>
            <p:cNvSpPr/>
            <p:nvPr/>
          </p:nvSpPr>
          <p:spPr bwMode="auto">
            <a:xfrm rot="0" flipH="0" flipV="0">
              <a:off x="0" y="0"/>
              <a:ext cx="13994257" cy="381254"/>
            </a:xfrm>
            <a:custGeom>
              <a:avLst/>
              <a:gdLst/>
              <a:ahLst/>
              <a:cxnLst/>
              <a:rect l="l" t="t" r="r" b="b"/>
              <a:pathLst>
                <a:path w="13994257" h="381254" fill="norm" stroke="1" extrusionOk="0">
                  <a:moveTo>
                    <a:pt x="12700" y="0"/>
                  </a:moveTo>
                  <a:lnTo>
                    <a:pt x="13981557" y="0"/>
                  </a:lnTo>
                  <a:cubicBezTo>
                    <a:pt x="13988543" y="0"/>
                    <a:pt x="13994257" y="5715"/>
                    <a:pt x="13994257" y="12700"/>
                  </a:cubicBezTo>
                  <a:lnTo>
                    <a:pt x="13994257" y="368554"/>
                  </a:lnTo>
                  <a:cubicBezTo>
                    <a:pt x="13994257" y="375539"/>
                    <a:pt x="13988543" y="381254"/>
                    <a:pt x="13981557" y="381254"/>
                  </a:cubicBezTo>
                  <a:lnTo>
                    <a:pt x="12700" y="381254"/>
                  </a:lnTo>
                  <a:cubicBezTo>
                    <a:pt x="5715" y="381254"/>
                    <a:pt x="0" y="375539"/>
                    <a:pt x="0" y="368554"/>
                  </a:cubicBezTo>
                  <a:lnTo>
                    <a:pt x="0" y="12700"/>
                  </a:lnTo>
                  <a:cubicBezTo>
                    <a:pt x="0" y="5715"/>
                    <a:pt x="5715" y="0"/>
                    <a:pt x="12700" y="0"/>
                  </a:cubicBezTo>
                  <a:moveTo>
                    <a:pt x="12700" y="25400"/>
                  </a:moveTo>
                  <a:lnTo>
                    <a:pt x="12700" y="12700"/>
                  </a:lnTo>
                  <a:lnTo>
                    <a:pt x="25400" y="12700"/>
                  </a:lnTo>
                  <a:lnTo>
                    <a:pt x="25400" y="368554"/>
                  </a:lnTo>
                  <a:lnTo>
                    <a:pt x="12700" y="368554"/>
                  </a:lnTo>
                  <a:lnTo>
                    <a:pt x="12700" y="355854"/>
                  </a:lnTo>
                  <a:lnTo>
                    <a:pt x="13981557" y="355854"/>
                  </a:lnTo>
                  <a:lnTo>
                    <a:pt x="13981557" y="368554"/>
                  </a:lnTo>
                  <a:lnTo>
                    <a:pt x="13968857" y="368554"/>
                  </a:lnTo>
                  <a:lnTo>
                    <a:pt x="13968857" y="12700"/>
                  </a:lnTo>
                  <a:lnTo>
                    <a:pt x="13981557" y="12700"/>
                  </a:lnTo>
                  <a:lnTo>
                    <a:pt x="13981557" y="25400"/>
                  </a:lnTo>
                  <a:lnTo>
                    <a:pt x="12700" y="25400"/>
                  </a:lnTo>
                  <a:close/>
                </a:path>
              </a:pathLst>
            </a:custGeom>
            <a:solidFill>
              <a:srgbClr val="41719C"/>
            </a:solidFill>
          </p:spPr>
        </p:sp>
      </p:grpSp>
      <p:grpSp>
        <p:nvGrpSpPr>
          <p:cNvPr id="1159287109" name="Group 9"/>
          <p:cNvGrpSpPr/>
          <p:nvPr/>
        </p:nvGrpSpPr>
        <p:grpSpPr bwMode="auto">
          <a:xfrm rot="0">
            <a:off x="10467165" y="1021280"/>
            <a:ext cx="5140662" cy="285912"/>
            <a:chOff x="0" y="0"/>
            <a:chExt cx="6854215" cy="381216"/>
          </a:xfrm>
        </p:grpSpPr>
        <p:sp>
          <p:nvSpPr>
            <p:cNvPr id="10" name="Freeform 10"/>
            <p:cNvSpPr/>
            <p:nvPr/>
          </p:nvSpPr>
          <p:spPr bwMode="auto">
            <a:xfrm rot="0" flipH="0" flipV="0">
              <a:off x="12700" y="12700"/>
              <a:ext cx="6828790" cy="355854"/>
            </a:xfrm>
            <a:custGeom>
              <a:avLst/>
              <a:gdLst/>
              <a:ahLst/>
              <a:cxnLst/>
              <a:rect l="l" t="t" r="r" b="b"/>
              <a:pathLst>
                <a:path w="6828790" h="355854" fill="norm" stroke="1" extrusionOk="0">
                  <a:moveTo>
                    <a:pt x="0" y="0"/>
                  </a:moveTo>
                  <a:lnTo>
                    <a:pt x="6828790" y="0"/>
                  </a:lnTo>
                  <a:lnTo>
                    <a:pt x="6828790" y="355854"/>
                  </a:lnTo>
                  <a:lnTo>
                    <a:pt x="0" y="355854"/>
                  </a:lnTo>
                  <a:close/>
                </a:path>
              </a:pathLst>
            </a:custGeom>
            <a:solidFill>
              <a:srgbClr val="2F5597"/>
            </a:solidFill>
          </p:spPr>
        </p:sp>
        <p:sp>
          <p:nvSpPr>
            <p:cNvPr id="11" name="Freeform 11"/>
            <p:cNvSpPr/>
            <p:nvPr/>
          </p:nvSpPr>
          <p:spPr bwMode="auto">
            <a:xfrm rot="0" flipH="0" flipV="0">
              <a:off x="0" y="0"/>
              <a:ext cx="6854190" cy="381254"/>
            </a:xfrm>
            <a:custGeom>
              <a:avLst/>
              <a:gdLst/>
              <a:ahLst/>
              <a:cxnLst/>
              <a:rect l="l" t="t" r="r" b="b"/>
              <a:pathLst>
                <a:path w="6854190" h="381254" fill="norm" stroke="1" extrusionOk="0">
                  <a:moveTo>
                    <a:pt x="12700" y="0"/>
                  </a:moveTo>
                  <a:lnTo>
                    <a:pt x="6841490" y="0"/>
                  </a:lnTo>
                  <a:cubicBezTo>
                    <a:pt x="6848475" y="0"/>
                    <a:pt x="6854190" y="5715"/>
                    <a:pt x="6854190" y="12700"/>
                  </a:cubicBezTo>
                  <a:lnTo>
                    <a:pt x="6854190" y="368554"/>
                  </a:lnTo>
                  <a:cubicBezTo>
                    <a:pt x="6854190" y="375539"/>
                    <a:pt x="6848475" y="381254"/>
                    <a:pt x="6841490" y="381254"/>
                  </a:cubicBezTo>
                  <a:lnTo>
                    <a:pt x="12700" y="381254"/>
                  </a:lnTo>
                  <a:cubicBezTo>
                    <a:pt x="5715" y="381254"/>
                    <a:pt x="0" y="375539"/>
                    <a:pt x="0" y="368554"/>
                  </a:cubicBezTo>
                  <a:lnTo>
                    <a:pt x="0" y="12700"/>
                  </a:lnTo>
                  <a:cubicBezTo>
                    <a:pt x="0" y="5715"/>
                    <a:pt x="5715" y="0"/>
                    <a:pt x="12700" y="0"/>
                  </a:cubicBezTo>
                  <a:moveTo>
                    <a:pt x="12700" y="25400"/>
                  </a:moveTo>
                  <a:lnTo>
                    <a:pt x="12700" y="12700"/>
                  </a:lnTo>
                  <a:lnTo>
                    <a:pt x="25400" y="12700"/>
                  </a:lnTo>
                  <a:lnTo>
                    <a:pt x="25400" y="368554"/>
                  </a:lnTo>
                  <a:lnTo>
                    <a:pt x="12700" y="368554"/>
                  </a:lnTo>
                  <a:lnTo>
                    <a:pt x="12700" y="355854"/>
                  </a:lnTo>
                  <a:lnTo>
                    <a:pt x="6841490" y="355854"/>
                  </a:lnTo>
                  <a:lnTo>
                    <a:pt x="6841490" y="368554"/>
                  </a:lnTo>
                  <a:lnTo>
                    <a:pt x="6828790" y="368554"/>
                  </a:lnTo>
                  <a:lnTo>
                    <a:pt x="6828790" y="12700"/>
                  </a:lnTo>
                  <a:lnTo>
                    <a:pt x="6841490" y="12700"/>
                  </a:lnTo>
                  <a:lnTo>
                    <a:pt x="6841490" y="25400"/>
                  </a:lnTo>
                  <a:lnTo>
                    <a:pt x="12700" y="25400"/>
                  </a:lnTo>
                  <a:close/>
                </a:path>
              </a:pathLst>
            </a:custGeom>
            <a:solidFill>
              <a:srgbClr val="41719C"/>
            </a:solidFill>
          </p:spPr>
        </p:sp>
      </p:grpSp>
      <p:grpSp>
        <p:nvGrpSpPr>
          <p:cNvPr id="430099182" name="Group 12"/>
          <p:cNvGrpSpPr/>
          <p:nvPr/>
        </p:nvGrpSpPr>
        <p:grpSpPr bwMode="auto">
          <a:xfrm rot="0">
            <a:off x="15558954" y="1021280"/>
            <a:ext cx="2723988" cy="289160"/>
            <a:chOff x="0" y="0"/>
            <a:chExt cx="3631984" cy="385547"/>
          </a:xfrm>
        </p:grpSpPr>
        <p:sp>
          <p:nvSpPr>
            <p:cNvPr id="13" name="Freeform 13"/>
            <p:cNvSpPr/>
            <p:nvPr/>
          </p:nvSpPr>
          <p:spPr bwMode="auto">
            <a:xfrm rot="0" flipH="0" flipV="0">
              <a:off x="12700" y="12700"/>
              <a:ext cx="3606546" cy="360172"/>
            </a:xfrm>
            <a:custGeom>
              <a:avLst/>
              <a:gdLst/>
              <a:ahLst/>
              <a:cxnLst/>
              <a:rect l="l" t="t" r="r" b="b"/>
              <a:pathLst>
                <a:path w="3606546" h="360172" fill="norm" stroke="1" extrusionOk="0">
                  <a:moveTo>
                    <a:pt x="0" y="0"/>
                  </a:moveTo>
                  <a:lnTo>
                    <a:pt x="3606546" y="0"/>
                  </a:lnTo>
                  <a:lnTo>
                    <a:pt x="3606546" y="360172"/>
                  </a:lnTo>
                  <a:lnTo>
                    <a:pt x="0" y="360172"/>
                  </a:lnTo>
                  <a:close/>
                </a:path>
              </a:pathLst>
            </a:custGeom>
            <a:solidFill>
              <a:srgbClr val="203864"/>
            </a:solidFill>
          </p:spPr>
        </p:sp>
        <p:sp>
          <p:nvSpPr>
            <p:cNvPr id="14" name="Freeform 14"/>
            <p:cNvSpPr/>
            <p:nvPr/>
          </p:nvSpPr>
          <p:spPr bwMode="auto">
            <a:xfrm rot="0" flipH="0" flipV="0">
              <a:off x="0" y="0"/>
              <a:ext cx="3631946" cy="385572"/>
            </a:xfrm>
            <a:custGeom>
              <a:avLst/>
              <a:gdLst/>
              <a:ahLst/>
              <a:cxnLst/>
              <a:rect l="l" t="t" r="r" b="b"/>
              <a:pathLst>
                <a:path w="3631946" h="385572" fill="norm" stroke="1" extrusionOk="0">
                  <a:moveTo>
                    <a:pt x="12700" y="0"/>
                  </a:moveTo>
                  <a:lnTo>
                    <a:pt x="3619246" y="0"/>
                  </a:lnTo>
                  <a:cubicBezTo>
                    <a:pt x="3626231" y="0"/>
                    <a:pt x="3631946" y="5715"/>
                    <a:pt x="3631946" y="12700"/>
                  </a:cubicBezTo>
                  <a:lnTo>
                    <a:pt x="3631946" y="372872"/>
                  </a:lnTo>
                  <a:cubicBezTo>
                    <a:pt x="3631946" y="379857"/>
                    <a:pt x="3626231" y="385572"/>
                    <a:pt x="3619246" y="385572"/>
                  </a:cubicBezTo>
                  <a:lnTo>
                    <a:pt x="12700" y="385572"/>
                  </a:lnTo>
                  <a:cubicBezTo>
                    <a:pt x="5715" y="385572"/>
                    <a:pt x="0" y="379857"/>
                    <a:pt x="0" y="372872"/>
                  </a:cubicBezTo>
                  <a:lnTo>
                    <a:pt x="0" y="12700"/>
                  </a:lnTo>
                  <a:cubicBezTo>
                    <a:pt x="0" y="5715"/>
                    <a:pt x="5715" y="0"/>
                    <a:pt x="12700" y="0"/>
                  </a:cubicBezTo>
                  <a:moveTo>
                    <a:pt x="12700" y="25400"/>
                  </a:moveTo>
                  <a:lnTo>
                    <a:pt x="12700" y="12700"/>
                  </a:lnTo>
                  <a:lnTo>
                    <a:pt x="25400" y="12700"/>
                  </a:lnTo>
                  <a:lnTo>
                    <a:pt x="25400" y="372872"/>
                  </a:lnTo>
                  <a:lnTo>
                    <a:pt x="12700" y="372872"/>
                  </a:lnTo>
                  <a:lnTo>
                    <a:pt x="12700" y="360172"/>
                  </a:lnTo>
                  <a:lnTo>
                    <a:pt x="3619246" y="360172"/>
                  </a:lnTo>
                  <a:lnTo>
                    <a:pt x="3619246" y="372872"/>
                  </a:lnTo>
                  <a:lnTo>
                    <a:pt x="3606546" y="372872"/>
                  </a:lnTo>
                  <a:lnTo>
                    <a:pt x="3606546" y="12700"/>
                  </a:lnTo>
                  <a:lnTo>
                    <a:pt x="3619246" y="12700"/>
                  </a:lnTo>
                  <a:lnTo>
                    <a:pt x="3619246" y="25400"/>
                  </a:lnTo>
                  <a:lnTo>
                    <a:pt x="12700" y="25400"/>
                  </a:lnTo>
                  <a:close/>
                </a:path>
              </a:pathLst>
            </a:custGeom>
            <a:solidFill>
              <a:srgbClr val="41719C"/>
            </a:solidFill>
          </p:spPr>
        </p:sp>
      </p:grpSp>
      <p:grpSp>
        <p:nvGrpSpPr>
          <p:cNvPr id="1057392502" name="Group 15"/>
          <p:cNvGrpSpPr/>
          <p:nvPr/>
        </p:nvGrpSpPr>
        <p:grpSpPr bwMode="auto">
          <a:xfrm rot="0">
            <a:off x="0" y="-484746"/>
            <a:ext cx="95" cy="969493"/>
            <a:chOff x="0" y="0"/>
            <a:chExt cx="127" cy="1292657"/>
          </a:xfrm>
        </p:grpSpPr>
        <p:sp>
          <p:nvSpPr>
            <p:cNvPr id="16" name="Freeform 16"/>
            <p:cNvSpPr/>
            <p:nvPr/>
          </p:nvSpPr>
          <p:spPr bwMode="auto">
            <a:xfrm rot="0" flipH="0" flipV="0">
              <a:off x="0" y="0"/>
              <a:ext cx="127" cy="1292606"/>
            </a:xfrm>
            <a:custGeom>
              <a:avLst/>
              <a:gdLst/>
              <a:ahLst/>
              <a:cxnLst/>
              <a:rect l="l" t="t" r="r" b="b"/>
              <a:pathLst>
                <a:path w="127" h="1292606" fill="norm" stroke="1" extrusionOk="0">
                  <a:moveTo>
                    <a:pt x="0" y="0"/>
                  </a:moveTo>
                  <a:lnTo>
                    <a:pt x="127" y="0"/>
                  </a:lnTo>
                  <a:lnTo>
                    <a:pt x="127" y="1292606"/>
                  </a:lnTo>
                  <a:lnTo>
                    <a:pt x="0" y="1292606"/>
                  </a:lnTo>
                  <a:close/>
                </a:path>
              </a:pathLst>
            </a:custGeom>
            <a:solidFill>
              <a:srgbClr val="FFFFFF"/>
            </a:solidFill>
          </p:spPr>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1A2E4A"/>
        </a:solidFill>
      </p:bgPr>
    </p:bg>
    <p:spTree>
      <p:nvGrpSpPr>
        <p:cNvPr id="1" name=""/>
        <p:cNvGrpSpPr/>
        <p:nvPr/>
      </p:nvGrpSpPr>
      <p:grpSpPr bwMode="auto">
        <a:xfrm>
          <a:off x="0" y="0"/>
          <a:ext cx="0" cy="0"/>
          <a:chOff x="0" y="0"/>
          <a:chExt cx="0" cy="0"/>
        </a:xfrm>
      </p:grpSpPr>
      <p:grpSp>
        <p:nvGrpSpPr>
          <p:cNvPr id="511571039" name="Group 2"/>
          <p:cNvGrpSpPr/>
          <p:nvPr/>
        </p:nvGrpSpPr>
        <p:grpSpPr bwMode="auto">
          <a:xfrm rot="0">
            <a:off x="-12697" y="-12697"/>
            <a:ext cx="18313403" cy="171707"/>
            <a:chOff x="0" y="0"/>
            <a:chExt cx="24417871" cy="228943"/>
          </a:xfrm>
        </p:grpSpPr>
        <p:sp>
          <p:nvSpPr>
            <p:cNvPr id="3" name="Freeform 3"/>
            <p:cNvSpPr/>
            <p:nvPr/>
          </p:nvSpPr>
          <p:spPr bwMode="auto">
            <a:xfrm rot="0" flipH="0" flipV="0">
              <a:off x="16891" y="16891"/>
              <a:ext cx="24383999" cy="195072"/>
            </a:xfrm>
            <a:custGeom>
              <a:avLst/>
              <a:gdLst/>
              <a:ahLst/>
              <a:cxnLst/>
              <a:rect l="l" t="t" r="r" b="b"/>
              <a:pathLst>
                <a:path w="24383999" h="195072" fill="norm" stroke="1" extrusionOk="0">
                  <a:moveTo>
                    <a:pt x="0" y="0"/>
                  </a:moveTo>
                  <a:lnTo>
                    <a:pt x="24383999" y="0"/>
                  </a:lnTo>
                  <a:lnTo>
                    <a:pt x="24383999" y="195072"/>
                  </a:lnTo>
                  <a:lnTo>
                    <a:pt x="0" y="195072"/>
                  </a:lnTo>
                  <a:close/>
                </a:path>
              </a:pathLst>
            </a:custGeom>
            <a:solidFill>
              <a:srgbClr val="0891B2"/>
            </a:solidFill>
          </p:spPr>
        </p:sp>
        <p:sp>
          <p:nvSpPr>
            <p:cNvPr id="4" name="Freeform 4"/>
            <p:cNvSpPr/>
            <p:nvPr/>
          </p:nvSpPr>
          <p:spPr bwMode="auto">
            <a:xfrm rot="0" flipH="0" flipV="0">
              <a:off x="0" y="0"/>
              <a:ext cx="24417782" cy="228856"/>
            </a:xfrm>
            <a:custGeom>
              <a:avLst/>
              <a:gdLst/>
              <a:ahLst/>
              <a:cxnLst/>
              <a:rect l="l" t="t" r="r" b="b"/>
              <a:pathLst>
                <a:path w="24417782" h="228856" fill="norm" stroke="1" extrusionOk="0">
                  <a:moveTo>
                    <a:pt x="16891" y="0"/>
                  </a:moveTo>
                  <a:lnTo>
                    <a:pt x="24400890" y="0"/>
                  </a:lnTo>
                  <a:cubicBezTo>
                    <a:pt x="24410290" y="0"/>
                    <a:pt x="24417782" y="7620"/>
                    <a:pt x="24417782" y="16891"/>
                  </a:cubicBezTo>
                  <a:lnTo>
                    <a:pt x="24417782" y="211963"/>
                  </a:lnTo>
                  <a:cubicBezTo>
                    <a:pt x="24417782" y="221361"/>
                    <a:pt x="24410163" y="228854"/>
                    <a:pt x="24400890"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24400890" y="195072"/>
                  </a:lnTo>
                  <a:lnTo>
                    <a:pt x="24400890" y="211963"/>
                  </a:lnTo>
                  <a:lnTo>
                    <a:pt x="24384000" y="211963"/>
                  </a:lnTo>
                  <a:lnTo>
                    <a:pt x="24384000" y="16891"/>
                  </a:lnTo>
                  <a:lnTo>
                    <a:pt x="24400890" y="16891"/>
                  </a:lnTo>
                  <a:lnTo>
                    <a:pt x="24400890" y="33909"/>
                  </a:lnTo>
                  <a:lnTo>
                    <a:pt x="16891" y="33909"/>
                  </a:lnTo>
                  <a:close/>
                </a:path>
              </a:pathLst>
            </a:custGeom>
            <a:solidFill>
              <a:srgbClr val="0891B2"/>
            </a:solidFill>
          </p:spPr>
        </p:sp>
      </p:grpSp>
      <p:grpSp>
        <p:nvGrpSpPr>
          <p:cNvPr id="1578524892" name="Group 5"/>
          <p:cNvGrpSpPr/>
          <p:nvPr/>
        </p:nvGrpSpPr>
        <p:grpSpPr bwMode="auto">
          <a:xfrm rot="0">
            <a:off x="13456920" y="1386840"/>
            <a:ext cx="3627120" cy="3627120"/>
            <a:chOff x="0" y="0"/>
            <a:chExt cx="4836160" cy="4836160"/>
          </a:xfrm>
        </p:grpSpPr>
        <p:sp>
          <p:nvSpPr>
            <p:cNvPr id="6" name="Freeform 6"/>
            <p:cNvSpPr/>
            <p:nvPr/>
          </p:nvSpPr>
          <p:spPr bwMode="auto">
            <a:xfrm rot="0" flipH="0" flipV="0">
              <a:off x="101600" y="101600"/>
              <a:ext cx="4632960" cy="4632960"/>
            </a:xfrm>
            <a:custGeom>
              <a:avLst/>
              <a:gdLst/>
              <a:ahLst/>
              <a:cxnLst/>
              <a:rect l="l" t="t" r="r" b="b"/>
              <a:pathLst>
                <a:path w="4632960" h="4632960" fill="norm" stroke="1" extrusionOk="0">
                  <a:moveTo>
                    <a:pt x="0" y="2316480"/>
                  </a:moveTo>
                  <a:cubicBezTo>
                    <a:pt x="0" y="1037082"/>
                    <a:pt x="1037082" y="0"/>
                    <a:pt x="2316480" y="0"/>
                  </a:cubicBezTo>
                  <a:cubicBezTo>
                    <a:pt x="3595878" y="0"/>
                    <a:pt x="4632960" y="1037082"/>
                    <a:pt x="4632960" y="2316480"/>
                  </a:cubicBezTo>
                  <a:cubicBezTo>
                    <a:pt x="4632960" y="3595878"/>
                    <a:pt x="3595878" y="4632960"/>
                    <a:pt x="2316480" y="4632960"/>
                  </a:cubicBezTo>
                  <a:cubicBezTo>
                    <a:pt x="1037082" y="4632960"/>
                    <a:pt x="0" y="3595878"/>
                    <a:pt x="0" y="2316480"/>
                  </a:cubicBezTo>
                  <a:close/>
                </a:path>
              </a:pathLst>
            </a:custGeom>
            <a:solidFill>
              <a:srgbClr val="FFFFFF">
                <a:alpha val="784"/>
              </a:srgbClr>
            </a:solidFill>
          </p:spPr>
        </p:sp>
        <p:sp>
          <p:nvSpPr>
            <p:cNvPr id="7" name="Freeform 7"/>
            <p:cNvSpPr/>
            <p:nvPr/>
          </p:nvSpPr>
          <p:spPr bwMode="auto">
            <a:xfrm rot="0" flipH="0" flipV="0">
              <a:off x="0" y="0"/>
              <a:ext cx="4836160" cy="4836160"/>
            </a:xfrm>
            <a:custGeom>
              <a:avLst/>
              <a:gdLst/>
              <a:ahLst/>
              <a:cxnLst/>
              <a:rect l="l" t="t" r="r" b="b"/>
              <a:pathLst>
                <a:path w="4836160" h="4836160" fill="norm" stroke="1" extrusionOk="0">
                  <a:moveTo>
                    <a:pt x="0" y="2418080"/>
                  </a:moveTo>
                  <a:cubicBezTo>
                    <a:pt x="0" y="1082548"/>
                    <a:pt x="1082548" y="0"/>
                    <a:pt x="2418080" y="0"/>
                  </a:cubicBezTo>
                  <a:lnTo>
                    <a:pt x="2418080" y="101600"/>
                  </a:lnTo>
                  <a:lnTo>
                    <a:pt x="2418080" y="0"/>
                  </a:lnTo>
                  <a:cubicBezTo>
                    <a:pt x="3753612" y="0"/>
                    <a:pt x="4836160" y="1082548"/>
                    <a:pt x="4836160" y="2418080"/>
                  </a:cubicBezTo>
                  <a:lnTo>
                    <a:pt x="4734560" y="2418080"/>
                  </a:lnTo>
                  <a:lnTo>
                    <a:pt x="4836160" y="2418080"/>
                  </a:lnTo>
                  <a:cubicBezTo>
                    <a:pt x="4836160" y="3753612"/>
                    <a:pt x="3753612" y="4836160"/>
                    <a:pt x="2418080" y="4836160"/>
                  </a:cubicBezTo>
                  <a:lnTo>
                    <a:pt x="2418080" y="4734560"/>
                  </a:lnTo>
                  <a:lnTo>
                    <a:pt x="2418080" y="4836160"/>
                  </a:lnTo>
                  <a:cubicBezTo>
                    <a:pt x="1082548" y="4836160"/>
                    <a:pt x="0" y="3753612"/>
                    <a:pt x="0" y="2418080"/>
                  </a:cubicBezTo>
                  <a:lnTo>
                    <a:pt x="101600" y="2418080"/>
                  </a:lnTo>
                  <a:lnTo>
                    <a:pt x="203200" y="2418080"/>
                  </a:lnTo>
                  <a:lnTo>
                    <a:pt x="101600" y="2418080"/>
                  </a:lnTo>
                  <a:lnTo>
                    <a:pt x="0" y="2418080"/>
                  </a:lnTo>
                  <a:moveTo>
                    <a:pt x="203200" y="2418080"/>
                  </a:moveTo>
                  <a:cubicBezTo>
                    <a:pt x="203200" y="2474214"/>
                    <a:pt x="157734" y="2519680"/>
                    <a:pt x="101600" y="2519680"/>
                  </a:cubicBezTo>
                  <a:cubicBezTo>
                    <a:pt x="45466" y="2519680"/>
                    <a:pt x="0" y="2474214"/>
                    <a:pt x="0" y="2418080"/>
                  </a:cubicBezTo>
                  <a:cubicBezTo>
                    <a:pt x="0" y="2361946"/>
                    <a:pt x="45466" y="2316480"/>
                    <a:pt x="101600" y="2316480"/>
                  </a:cubicBezTo>
                  <a:cubicBezTo>
                    <a:pt x="157734" y="2316480"/>
                    <a:pt x="203200" y="2361946"/>
                    <a:pt x="203200" y="2418080"/>
                  </a:cubicBezTo>
                  <a:cubicBezTo>
                    <a:pt x="203200" y="3641344"/>
                    <a:pt x="1194816" y="4632960"/>
                    <a:pt x="2418080" y="4632960"/>
                  </a:cubicBezTo>
                  <a:cubicBezTo>
                    <a:pt x="3641344" y="4632960"/>
                    <a:pt x="4632960" y="3641344"/>
                    <a:pt x="4632960" y="2418080"/>
                  </a:cubicBezTo>
                  <a:cubicBezTo>
                    <a:pt x="4632960" y="1194816"/>
                    <a:pt x="3641344" y="203200"/>
                    <a:pt x="2418080" y="203200"/>
                  </a:cubicBezTo>
                  <a:lnTo>
                    <a:pt x="2418080" y="101600"/>
                  </a:lnTo>
                  <a:lnTo>
                    <a:pt x="2418080" y="203200"/>
                  </a:lnTo>
                  <a:cubicBezTo>
                    <a:pt x="1194816" y="203200"/>
                    <a:pt x="203200" y="1194816"/>
                    <a:pt x="203200" y="2418080"/>
                  </a:cubicBezTo>
                  <a:close/>
                </a:path>
              </a:pathLst>
            </a:custGeom>
            <a:solidFill>
              <a:srgbClr val="0891B2"/>
            </a:solidFill>
          </p:spPr>
        </p:sp>
      </p:grpSp>
      <p:grpSp>
        <p:nvGrpSpPr>
          <p:cNvPr id="2099125934" name="Group 8"/>
          <p:cNvGrpSpPr/>
          <p:nvPr/>
        </p:nvGrpSpPr>
        <p:grpSpPr bwMode="auto">
          <a:xfrm rot="2700000">
            <a:off x="16446503" y="4284983"/>
            <a:ext cx="1671323" cy="574043"/>
            <a:chOff x="0" y="0"/>
            <a:chExt cx="2228431" cy="765391"/>
          </a:xfrm>
        </p:grpSpPr>
        <p:sp>
          <p:nvSpPr>
            <p:cNvPr id="9" name="Freeform 9"/>
            <p:cNvSpPr/>
            <p:nvPr/>
          </p:nvSpPr>
          <p:spPr bwMode="auto">
            <a:xfrm rot="0" flipH="0" flipV="0">
              <a:off x="16891" y="16891"/>
              <a:ext cx="2194560" cy="731520"/>
            </a:xfrm>
            <a:custGeom>
              <a:avLst/>
              <a:gdLst/>
              <a:ahLst/>
              <a:cxnLst/>
              <a:rect l="l" t="t" r="r" b="b"/>
              <a:pathLst>
                <a:path w="2194560" h="731520" fill="norm" stroke="1" extrusionOk="0">
                  <a:moveTo>
                    <a:pt x="0" y="0"/>
                  </a:moveTo>
                  <a:lnTo>
                    <a:pt x="2194560" y="0"/>
                  </a:lnTo>
                  <a:lnTo>
                    <a:pt x="2194560" y="731520"/>
                  </a:lnTo>
                  <a:lnTo>
                    <a:pt x="0" y="731520"/>
                  </a:lnTo>
                  <a:close/>
                </a:path>
              </a:pathLst>
            </a:custGeom>
            <a:solidFill>
              <a:srgbClr val="0891B2"/>
            </a:solidFill>
          </p:spPr>
        </p:sp>
        <p:sp>
          <p:nvSpPr>
            <p:cNvPr id="10" name="Freeform 10"/>
            <p:cNvSpPr/>
            <p:nvPr/>
          </p:nvSpPr>
          <p:spPr bwMode="auto">
            <a:xfrm rot="0" flipH="0" flipV="0">
              <a:off x="0" y="0"/>
              <a:ext cx="2228342" cy="765304"/>
            </a:xfrm>
            <a:custGeom>
              <a:avLst/>
              <a:gdLst/>
              <a:ahLst/>
              <a:cxnLst/>
              <a:rect l="l" t="t" r="r" b="b"/>
              <a:pathLst>
                <a:path w="2228342" h="765304" fill="norm" stroke="1" extrusionOk="0">
                  <a:moveTo>
                    <a:pt x="16891" y="0"/>
                  </a:moveTo>
                  <a:lnTo>
                    <a:pt x="2211451" y="0"/>
                  </a:lnTo>
                  <a:cubicBezTo>
                    <a:pt x="2220849" y="0"/>
                    <a:pt x="2228342" y="7620"/>
                    <a:pt x="2228342" y="16891"/>
                  </a:cubicBezTo>
                  <a:lnTo>
                    <a:pt x="2228342" y="748411"/>
                  </a:lnTo>
                  <a:cubicBezTo>
                    <a:pt x="2228342" y="757809"/>
                    <a:pt x="2220722" y="765302"/>
                    <a:pt x="221145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2211451" y="731520"/>
                  </a:lnTo>
                  <a:lnTo>
                    <a:pt x="2211451" y="748411"/>
                  </a:lnTo>
                  <a:lnTo>
                    <a:pt x="2194560" y="748411"/>
                  </a:lnTo>
                  <a:lnTo>
                    <a:pt x="2194560" y="16891"/>
                  </a:lnTo>
                  <a:lnTo>
                    <a:pt x="2211451" y="16891"/>
                  </a:lnTo>
                  <a:lnTo>
                    <a:pt x="2211451" y="33909"/>
                  </a:lnTo>
                  <a:lnTo>
                    <a:pt x="16891" y="33909"/>
                  </a:lnTo>
                  <a:close/>
                </a:path>
              </a:pathLst>
            </a:custGeom>
            <a:solidFill>
              <a:srgbClr val="0891B2"/>
            </a:solidFill>
          </p:spPr>
        </p:sp>
      </p:grpSp>
      <p:grpSp>
        <p:nvGrpSpPr>
          <p:cNvPr id="284369771" name="Group 11"/>
          <p:cNvGrpSpPr/>
          <p:nvPr/>
        </p:nvGrpSpPr>
        <p:grpSpPr bwMode="auto">
          <a:xfrm rot="0">
            <a:off x="914400" y="1828800"/>
            <a:ext cx="12801600" cy="2194560"/>
            <a:chOff x="0" y="0"/>
            <a:chExt cx="17068800" cy="2926080"/>
          </a:xfrm>
        </p:grpSpPr>
        <p:sp>
          <p:nvSpPr>
            <p:cNvPr id="12" name="Freeform 12"/>
            <p:cNvSpPr/>
            <p:nvPr/>
          </p:nvSpPr>
          <p:spPr bwMode="auto">
            <a:xfrm rot="0" flipH="0" flipV="0">
              <a:off x="0" y="0"/>
              <a:ext cx="17068800" cy="2926080"/>
            </a:xfrm>
            <a:custGeom>
              <a:avLst/>
              <a:gdLst/>
              <a:ahLst/>
              <a:cxnLst/>
              <a:rect l="l" t="t" r="r" b="b"/>
              <a:pathLst>
                <a:path w="17068800" h="2926080" fill="norm" stroke="1" extrusionOk="0">
                  <a:moveTo>
                    <a:pt x="0" y="0"/>
                  </a:moveTo>
                  <a:lnTo>
                    <a:pt x="17068800" y="0"/>
                  </a:lnTo>
                  <a:lnTo>
                    <a:pt x="17068800" y="2926080"/>
                  </a:lnTo>
                  <a:lnTo>
                    <a:pt x="0" y="2926080"/>
                  </a:lnTo>
                  <a:close/>
                </a:path>
              </a:pathLst>
            </a:custGeom>
            <a:blipFill rotWithShape="1">
              <a:blip r:embed="rId3">
                <a:alphaModFix amt="0"/>
              </a:blip>
              <a:stretch>
                <a:fillRect l="0" t="-63662" r="0" b="-63662"/>
              </a:stretch>
            </a:blipFill>
          </p:spPr>
        </p:sp>
        <p:sp>
          <p:nvSpPr>
            <p:cNvPr id="13" name="TextBox 13"/>
            <p:cNvSpPr txBox="1"/>
            <p:nvPr/>
          </p:nvSpPr>
          <p:spPr bwMode="auto">
            <a:xfrm>
              <a:off x="0" y="-209550"/>
              <a:ext cx="17068800" cy="3135630"/>
            </a:xfrm>
            <a:prstGeom prst="rect">
              <a:avLst/>
            </a:prstGeom>
            <a:grpFill/>
          </p:spPr>
          <p:txBody>
            <a:bodyPr lIns="0" tIns="0" rIns="0" bIns="0" rtlCol="0" anchor="ctr"/>
            <a:lstStyle/>
            <a:p>
              <a:pPr algn="l">
                <a:lnSpc>
                  <a:spcPts val="12480"/>
                </a:lnSpc>
                <a:defRPr/>
              </a:pPr>
              <a:r>
                <a:rPr lang="en-US" sz="10400" b="1">
                  <a:solidFill>
                    <a:srgbClr val="FFFFFF"/>
                  </a:solidFill>
                  <a:latin typeface="Calibri (MS) Bold"/>
                  <a:ea typeface="Calibri (MS) Bold"/>
                  <a:cs typeface="Calibri (MS) Bold"/>
                </a:rPr>
                <a:t>Lost &amp; Found</a:t>
              </a:r>
              <a:endParaRPr/>
            </a:p>
          </p:txBody>
        </p:sp>
      </p:grpSp>
      <p:grpSp>
        <p:nvGrpSpPr>
          <p:cNvPr id="168103311" name="Group 14"/>
          <p:cNvGrpSpPr/>
          <p:nvPr/>
        </p:nvGrpSpPr>
        <p:grpSpPr bwMode="auto">
          <a:xfrm rot="0">
            <a:off x="914400" y="3840480"/>
            <a:ext cx="12801600" cy="1645920"/>
            <a:chOff x="0" y="0"/>
            <a:chExt cx="17068800" cy="2194560"/>
          </a:xfrm>
        </p:grpSpPr>
        <p:sp>
          <p:nvSpPr>
            <p:cNvPr id="15" name="Freeform 15"/>
            <p:cNvSpPr/>
            <p:nvPr/>
          </p:nvSpPr>
          <p:spPr bwMode="auto">
            <a:xfrm rot="0" flipH="0" flipV="0">
              <a:off x="0" y="0"/>
              <a:ext cx="17068800" cy="2194560"/>
            </a:xfrm>
            <a:custGeom>
              <a:avLst/>
              <a:gdLst/>
              <a:ahLst/>
              <a:cxnLst/>
              <a:rect l="l" t="t" r="r" b="b"/>
              <a:pathLst>
                <a:path w="17068800" h="2194560" fill="norm" stroke="1" extrusionOk="0">
                  <a:moveTo>
                    <a:pt x="0" y="0"/>
                  </a:moveTo>
                  <a:lnTo>
                    <a:pt x="17068800" y="0"/>
                  </a:lnTo>
                  <a:lnTo>
                    <a:pt x="17068800" y="2194560"/>
                  </a:lnTo>
                  <a:lnTo>
                    <a:pt x="0" y="2194560"/>
                  </a:lnTo>
                  <a:close/>
                </a:path>
              </a:pathLst>
            </a:custGeom>
            <a:blipFill rotWithShape="1">
              <a:blip r:embed="rId3">
                <a:alphaModFix amt="0"/>
              </a:blip>
              <a:stretch>
                <a:fillRect l="0" t="-101550" r="0" b="-101550"/>
              </a:stretch>
            </a:blipFill>
          </p:spPr>
        </p:sp>
        <p:sp>
          <p:nvSpPr>
            <p:cNvPr id="16" name="TextBox 16"/>
            <p:cNvSpPr txBox="1"/>
            <p:nvPr/>
          </p:nvSpPr>
          <p:spPr bwMode="auto">
            <a:xfrm>
              <a:off x="0" y="-209550"/>
              <a:ext cx="17068800" cy="2404110"/>
            </a:xfrm>
            <a:prstGeom prst="rect">
              <a:avLst/>
            </a:prstGeom>
            <a:grpFill/>
          </p:spPr>
          <p:txBody>
            <a:bodyPr lIns="0" tIns="0" rIns="0" bIns="0" rtlCol="0" anchor="ctr"/>
            <a:lstStyle/>
            <a:p>
              <a:pPr algn="l">
                <a:lnSpc>
                  <a:spcPts val="12480"/>
                </a:lnSpc>
                <a:defRPr/>
              </a:pPr>
              <a:r>
                <a:rPr lang="en-US" sz="10400" b="1">
                  <a:solidFill>
                    <a:srgbClr val="0891B2"/>
                  </a:solidFill>
                  <a:latin typeface="Calibri (MS) Bold"/>
                  <a:ea typeface="Calibri (MS) Bold"/>
                  <a:cs typeface="Calibri (MS) Bold"/>
                </a:rPr>
                <a:t>Platform</a:t>
              </a:r>
              <a:endParaRPr/>
            </a:p>
          </p:txBody>
        </p:sp>
      </p:grpSp>
      <p:grpSp>
        <p:nvGrpSpPr>
          <p:cNvPr id="1544129543" name="Group 17"/>
          <p:cNvGrpSpPr/>
          <p:nvPr/>
        </p:nvGrpSpPr>
        <p:grpSpPr bwMode="auto">
          <a:xfrm rot="0">
            <a:off x="914400" y="5669280"/>
            <a:ext cx="13716000" cy="1280160"/>
            <a:chOff x="0" y="0"/>
            <a:chExt cx="18288000" cy="1706880"/>
          </a:xfrm>
        </p:grpSpPr>
        <p:sp>
          <p:nvSpPr>
            <p:cNvPr id="18" name="Freeform 18"/>
            <p:cNvSpPr/>
            <p:nvPr/>
          </p:nvSpPr>
          <p:spPr bwMode="auto">
            <a:xfrm rot="0" flipH="0" flipV="0">
              <a:off x="0" y="0"/>
              <a:ext cx="18288000" cy="1706880"/>
            </a:xfrm>
            <a:custGeom>
              <a:avLst/>
              <a:gdLst/>
              <a:ahLst/>
              <a:cxnLst/>
              <a:rect l="l" t="t" r="r" b="b"/>
              <a:pathLst>
                <a:path w="18288000" h="1706880" fill="norm" stroke="1" extrusionOk="0">
                  <a:moveTo>
                    <a:pt x="0" y="0"/>
                  </a:moveTo>
                  <a:lnTo>
                    <a:pt x="18288000" y="0"/>
                  </a:lnTo>
                  <a:lnTo>
                    <a:pt x="18288000" y="1706880"/>
                  </a:lnTo>
                  <a:lnTo>
                    <a:pt x="0" y="1706880"/>
                  </a:lnTo>
                  <a:close/>
                </a:path>
              </a:pathLst>
            </a:custGeom>
            <a:blipFill rotWithShape="1">
              <a:blip r:embed="rId3">
                <a:alphaModFix amt="0"/>
              </a:blip>
              <a:stretch>
                <a:fillRect l="0" t="-158768" r="0" b="-158768"/>
              </a:stretch>
            </a:blipFill>
          </p:spPr>
        </p:sp>
        <p:sp>
          <p:nvSpPr>
            <p:cNvPr id="19" name="TextBox 19"/>
            <p:cNvSpPr txBox="1"/>
            <p:nvPr/>
          </p:nvSpPr>
          <p:spPr bwMode="auto">
            <a:xfrm>
              <a:off x="0" y="-57150"/>
              <a:ext cx="18288000" cy="1764030"/>
            </a:xfrm>
            <a:prstGeom prst="rect">
              <a:avLst/>
            </a:prstGeom>
            <a:grpFill/>
          </p:spPr>
          <p:txBody>
            <a:bodyPr lIns="0" tIns="0" rIns="0" bIns="0" rtlCol="0" anchor="ctr"/>
            <a:lstStyle/>
            <a:p>
              <a:pPr algn="l">
                <a:lnSpc>
                  <a:spcPts val="3840"/>
                </a:lnSpc>
                <a:defRPr/>
              </a:pPr>
              <a:r>
                <a:rPr lang="en-US" sz="3200" i="1">
                  <a:solidFill>
                    <a:srgbClr val="A0C4D8"/>
                  </a:solidFill>
                  <a:latin typeface="Calibri (MS) Italics"/>
                  <a:ea typeface="Calibri (MS) Italics"/>
                  <a:cs typeface="Calibri (MS) Italics"/>
                </a:rPr>
                <a:t>A Smart Web-Based System to Reconnect People with Their Belongings</a:t>
              </a:r>
              <a:endParaRPr/>
            </a:p>
          </p:txBody>
        </p:sp>
      </p:grpSp>
      <p:grpSp>
        <p:nvGrpSpPr>
          <p:cNvPr id="1109638939" name="Group 20"/>
          <p:cNvGrpSpPr/>
          <p:nvPr/>
        </p:nvGrpSpPr>
        <p:grpSpPr bwMode="auto">
          <a:xfrm rot="0">
            <a:off x="901703" y="7028183"/>
            <a:ext cx="6426203" cy="98555"/>
            <a:chOff x="0" y="0"/>
            <a:chExt cx="8568271" cy="131407"/>
          </a:xfrm>
        </p:grpSpPr>
        <p:sp>
          <p:nvSpPr>
            <p:cNvPr id="21" name="Freeform 21"/>
            <p:cNvSpPr/>
            <p:nvPr/>
          </p:nvSpPr>
          <p:spPr bwMode="auto">
            <a:xfrm rot="0" flipH="0" flipV="0">
              <a:off x="16891" y="16891"/>
              <a:ext cx="8534400" cy="97536"/>
            </a:xfrm>
            <a:custGeom>
              <a:avLst/>
              <a:gdLst/>
              <a:ahLst/>
              <a:cxnLst/>
              <a:rect l="l" t="t" r="r" b="b"/>
              <a:pathLst>
                <a:path w="8534400" h="97536" fill="norm" stroke="1" extrusionOk="0">
                  <a:moveTo>
                    <a:pt x="0" y="0"/>
                  </a:moveTo>
                  <a:lnTo>
                    <a:pt x="8534400" y="0"/>
                  </a:lnTo>
                  <a:lnTo>
                    <a:pt x="8534400" y="97536"/>
                  </a:lnTo>
                  <a:lnTo>
                    <a:pt x="0" y="97536"/>
                  </a:lnTo>
                  <a:close/>
                </a:path>
              </a:pathLst>
            </a:custGeom>
            <a:solidFill>
              <a:srgbClr val="0891B2"/>
            </a:solidFill>
          </p:spPr>
        </p:sp>
        <p:sp>
          <p:nvSpPr>
            <p:cNvPr id="22" name="Freeform 22"/>
            <p:cNvSpPr/>
            <p:nvPr/>
          </p:nvSpPr>
          <p:spPr bwMode="auto">
            <a:xfrm rot="0" flipH="0" flipV="0">
              <a:off x="0" y="0"/>
              <a:ext cx="8568182" cy="131320"/>
            </a:xfrm>
            <a:custGeom>
              <a:avLst/>
              <a:gdLst/>
              <a:ahLst/>
              <a:cxnLst/>
              <a:rect l="l" t="t" r="r" b="b"/>
              <a:pathLst>
                <a:path w="8568182" h="131320" fill="norm" stroke="1" extrusionOk="0">
                  <a:moveTo>
                    <a:pt x="16891" y="0"/>
                  </a:moveTo>
                  <a:lnTo>
                    <a:pt x="8551291" y="0"/>
                  </a:lnTo>
                  <a:cubicBezTo>
                    <a:pt x="8560689" y="0"/>
                    <a:pt x="8568182" y="7620"/>
                    <a:pt x="8568182" y="16891"/>
                  </a:cubicBezTo>
                  <a:lnTo>
                    <a:pt x="8568182" y="114427"/>
                  </a:lnTo>
                  <a:cubicBezTo>
                    <a:pt x="8568182" y="123825"/>
                    <a:pt x="8560562" y="131318"/>
                    <a:pt x="8551291"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8551291" y="97536"/>
                  </a:lnTo>
                  <a:lnTo>
                    <a:pt x="8551291" y="114427"/>
                  </a:lnTo>
                  <a:lnTo>
                    <a:pt x="8534400" y="114427"/>
                  </a:lnTo>
                  <a:lnTo>
                    <a:pt x="8534400" y="16891"/>
                  </a:lnTo>
                  <a:lnTo>
                    <a:pt x="8551291" y="16891"/>
                  </a:lnTo>
                  <a:lnTo>
                    <a:pt x="8551291" y="33909"/>
                  </a:lnTo>
                  <a:lnTo>
                    <a:pt x="16891" y="33909"/>
                  </a:lnTo>
                  <a:close/>
                </a:path>
              </a:pathLst>
            </a:custGeom>
            <a:solidFill>
              <a:srgbClr val="0891B2"/>
            </a:solidFill>
          </p:spPr>
        </p:sp>
      </p:grpSp>
      <p:grpSp>
        <p:nvGrpSpPr>
          <p:cNvPr id="1436294695" name="Group 23"/>
          <p:cNvGrpSpPr/>
          <p:nvPr/>
        </p:nvGrpSpPr>
        <p:grpSpPr bwMode="auto">
          <a:xfrm rot="0">
            <a:off x="-12697" y="9771383"/>
            <a:ext cx="18313403" cy="519179"/>
            <a:chOff x="0" y="0"/>
            <a:chExt cx="24417871" cy="692239"/>
          </a:xfrm>
        </p:grpSpPr>
        <p:sp>
          <p:nvSpPr>
            <p:cNvPr id="24" name="Freeform 24"/>
            <p:cNvSpPr/>
            <p:nvPr/>
          </p:nvSpPr>
          <p:spPr bwMode="auto">
            <a:xfrm rot="0" flipH="0" flipV="0">
              <a:off x="16891" y="16891"/>
              <a:ext cx="24383999" cy="658368"/>
            </a:xfrm>
            <a:custGeom>
              <a:avLst/>
              <a:gdLst/>
              <a:ahLst/>
              <a:cxnLst/>
              <a:rect l="l" t="t" r="r" b="b"/>
              <a:pathLst>
                <a:path w="24383999" h="658368" fill="norm" stroke="1" extrusionOk="0">
                  <a:moveTo>
                    <a:pt x="0" y="0"/>
                  </a:moveTo>
                  <a:lnTo>
                    <a:pt x="24383999" y="0"/>
                  </a:lnTo>
                  <a:lnTo>
                    <a:pt x="24383999" y="658368"/>
                  </a:lnTo>
                  <a:lnTo>
                    <a:pt x="0" y="658368"/>
                  </a:lnTo>
                  <a:close/>
                </a:path>
              </a:pathLst>
            </a:custGeom>
            <a:solidFill>
              <a:srgbClr val="0891B2">
                <a:alpha val="8627"/>
              </a:srgbClr>
            </a:solidFill>
          </p:spPr>
        </p:sp>
        <p:sp>
          <p:nvSpPr>
            <p:cNvPr id="25" name="Freeform 25"/>
            <p:cNvSpPr/>
            <p:nvPr/>
          </p:nvSpPr>
          <p:spPr bwMode="auto">
            <a:xfrm rot="0" flipH="0" flipV="0">
              <a:off x="0" y="0"/>
              <a:ext cx="24417782" cy="692152"/>
            </a:xfrm>
            <a:custGeom>
              <a:avLst/>
              <a:gdLst/>
              <a:ahLst/>
              <a:cxnLst/>
              <a:rect l="l" t="t" r="r" b="b"/>
              <a:pathLst>
                <a:path w="24417782" h="692152" fill="norm" stroke="1" extrusionOk="0">
                  <a:moveTo>
                    <a:pt x="16891" y="0"/>
                  </a:moveTo>
                  <a:lnTo>
                    <a:pt x="24400890" y="0"/>
                  </a:lnTo>
                  <a:cubicBezTo>
                    <a:pt x="24410290" y="0"/>
                    <a:pt x="24417782" y="7620"/>
                    <a:pt x="24417782" y="16891"/>
                  </a:cubicBezTo>
                  <a:lnTo>
                    <a:pt x="24417782" y="675259"/>
                  </a:lnTo>
                  <a:cubicBezTo>
                    <a:pt x="24417782" y="684657"/>
                    <a:pt x="24410163" y="692150"/>
                    <a:pt x="24400890" y="692150"/>
                  </a:cubicBezTo>
                  <a:lnTo>
                    <a:pt x="16891" y="692150"/>
                  </a:lnTo>
                  <a:cubicBezTo>
                    <a:pt x="7620" y="692277"/>
                    <a:pt x="0" y="684657"/>
                    <a:pt x="0" y="675259"/>
                  </a:cubicBezTo>
                  <a:lnTo>
                    <a:pt x="0" y="16891"/>
                  </a:lnTo>
                  <a:cubicBezTo>
                    <a:pt x="0" y="7620"/>
                    <a:pt x="7620" y="0"/>
                    <a:pt x="16891" y="0"/>
                  </a:cubicBezTo>
                  <a:moveTo>
                    <a:pt x="16891" y="33909"/>
                  </a:moveTo>
                  <a:lnTo>
                    <a:pt x="16891" y="16891"/>
                  </a:lnTo>
                  <a:lnTo>
                    <a:pt x="33909" y="16891"/>
                  </a:lnTo>
                  <a:lnTo>
                    <a:pt x="33909" y="675259"/>
                  </a:lnTo>
                  <a:lnTo>
                    <a:pt x="16891" y="675259"/>
                  </a:lnTo>
                  <a:lnTo>
                    <a:pt x="16891" y="658368"/>
                  </a:lnTo>
                  <a:lnTo>
                    <a:pt x="24400890" y="658368"/>
                  </a:lnTo>
                  <a:lnTo>
                    <a:pt x="24400890" y="675259"/>
                  </a:lnTo>
                  <a:lnTo>
                    <a:pt x="24384000" y="675259"/>
                  </a:lnTo>
                  <a:lnTo>
                    <a:pt x="24384000" y="16891"/>
                  </a:lnTo>
                  <a:lnTo>
                    <a:pt x="24400890" y="16891"/>
                  </a:lnTo>
                  <a:lnTo>
                    <a:pt x="24400890" y="33909"/>
                  </a:lnTo>
                  <a:lnTo>
                    <a:pt x="16891" y="33909"/>
                  </a:lnTo>
                  <a:close/>
                </a:path>
              </a:pathLst>
            </a:custGeom>
            <a:solidFill>
              <a:srgbClr val="0891B2">
                <a:alpha val="8627"/>
              </a:srgbClr>
            </a:solidFill>
          </p:spPr>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0F9FF"/>
        </a:solidFill>
      </p:bgPr>
    </p:bg>
    <p:spTree>
      <p:nvGrpSpPr>
        <p:cNvPr id="1" name=""/>
        <p:cNvGrpSpPr/>
        <p:nvPr/>
      </p:nvGrpSpPr>
      <p:grpSpPr bwMode="auto">
        <a:xfrm>
          <a:off x="0" y="0"/>
          <a:ext cx="0" cy="0"/>
          <a:chOff x="0" y="0"/>
          <a:chExt cx="0" cy="0"/>
        </a:xfrm>
      </p:grpSpPr>
      <p:grpSp>
        <p:nvGrpSpPr>
          <p:cNvPr id="341978633" name="Group 2"/>
          <p:cNvGrpSpPr/>
          <p:nvPr/>
        </p:nvGrpSpPr>
        <p:grpSpPr bwMode="auto">
          <a:xfrm rot="0">
            <a:off x="-12697" y="-12697"/>
            <a:ext cx="18313403" cy="1397003"/>
            <a:chOff x="0" y="0"/>
            <a:chExt cx="24417871" cy="1862671"/>
          </a:xfrm>
        </p:grpSpPr>
        <p:sp>
          <p:nvSpPr>
            <p:cNvPr id="3" name="Freeform 3"/>
            <p:cNvSpPr/>
            <p:nvPr/>
          </p:nvSpPr>
          <p:spPr bwMode="auto">
            <a:xfrm rot="0" flipH="0" flipV="0">
              <a:off x="16891" y="16891"/>
              <a:ext cx="24383999" cy="1828800"/>
            </a:xfrm>
            <a:custGeom>
              <a:avLst/>
              <a:gdLst/>
              <a:ahLst/>
              <a:cxnLst/>
              <a:rect l="l" t="t" r="r" b="b"/>
              <a:pathLst>
                <a:path w="24383999" h="1828800" fill="norm" stroke="1" extrusionOk="0">
                  <a:moveTo>
                    <a:pt x="0" y="0"/>
                  </a:moveTo>
                  <a:lnTo>
                    <a:pt x="24383999" y="0"/>
                  </a:lnTo>
                  <a:lnTo>
                    <a:pt x="24383999" y="1828800"/>
                  </a:lnTo>
                  <a:lnTo>
                    <a:pt x="0" y="1828800"/>
                  </a:lnTo>
                  <a:close/>
                </a:path>
              </a:pathLst>
            </a:custGeom>
            <a:solidFill>
              <a:srgbClr val="1A2E4A"/>
            </a:solidFill>
          </p:spPr>
        </p:sp>
        <p:sp>
          <p:nvSpPr>
            <p:cNvPr id="4" name="Freeform 4"/>
            <p:cNvSpPr/>
            <p:nvPr/>
          </p:nvSpPr>
          <p:spPr bwMode="auto">
            <a:xfrm rot="0" flipH="0" flipV="0">
              <a:off x="0" y="0"/>
              <a:ext cx="24417782" cy="1862582"/>
            </a:xfrm>
            <a:custGeom>
              <a:avLst/>
              <a:gdLst/>
              <a:ahLst/>
              <a:cxnLst/>
              <a:rect l="l" t="t" r="r" b="b"/>
              <a:pathLst>
                <a:path w="24417782" h="1862582" fill="norm" stroke="1" extrusionOk="0">
                  <a:moveTo>
                    <a:pt x="16891" y="0"/>
                  </a:moveTo>
                  <a:lnTo>
                    <a:pt x="24400890" y="0"/>
                  </a:lnTo>
                  <a:cubicBezTo>
                    <a:pt x="24410290" y="0"/>
                    <a:pt x="24417782" y="7620"/>
                    <a:pt x="24417782" y="16891"/>
                  </a:cubicBezTo>
                  <a:lnTo>
                    <a:pt x="24417782" y="1845691"/>
                  </a:lnTo>
                  <a:cubicBezTo>
                    <a:pt x="24417782" y="1855089"/>
                    <a:pt x="24410163" y="1862582"/>
                    <a:pt x="24400890"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4400890" y="1828800"/>
                  </a:lnTo>
                  <a:lnTo>
                    <a:pt x="24400890" y="1845691"/>
                  </a:lnTo>
                  <a:lnTo>
                    <a:pt x="24384000" y="1845691"/>
                  </a:lnTo>
                  <a:lnTo>
                    <a:pt x="24384000" y="16891"/>
                  </a:lnTo>
                  <a:lnTo>
                    <a:pt x="24400890" y="16891"/>
                  </a:lnTo>
                  <a:lnTo>
                    <a:pt x="24400890" y="33909"/>
                  </a:lnTo>
                  <a:lnTo>
                    <a:pt x="16891" y="33909"/>
                  </a:lnTo>
                  <a:close/>
                </a:path>
              </a:pathLst>
            </a:custGeom>
            <a:solidFill>
              <a:srgbClr val="1A2E4A"/>
            </a:solidFill>
          </p:spPr>
        </p:sp>
      </p:grpSp>
      <p:grpSp>
        <p:nvGrpSpPr>
          <p:cNvPr id="1602889916" name="Group 5"/>
          <p:cNvGrpSpPr/>
          <p:nvPr/>
        </p:nvGrpSpPr>
        <p:grpSpPr bwMode="auto">
          <a:xfrm rot="0">
            <a:off x="731520" y="0"/>
            <a:ext cx="16824960" cy="1371600"/>
            <a:chOff x="0" y="0"/>
            <a:chExt cx="22433280" cy="1828800"/>
          </a:xfrm>
        </p:grpSpPr>
        <p:sp>
          <p:nvSpPr>
            <p:cNvPr id="6" name="Freeform 6"/>
            <p:cNvSpPr/>
            <p:nvPr/>
          </p:nvSpPr>
          <p:spPr bwMode="auto">
            <a:xfrm rot="0" flipH="0" flipV="0">
              <a:off x="0" y="0"/>
              <a:ext cx="22433280" cy="1828800"/>
            </a:xfrm>
            <a:custGeom>
              <a:avLst/>
              <a:gdLst/>
              <a:ahLst/>
              <a:cxnLst/>
              <a:rect l="l" t="t" r="r" b="b"/>
              <a:pathLst>
                <a:path w="22433280" h="1828800" fill="norm" stroke="1" extrusionOk="0">
                  <a:moveTo>
                    <a:pt x="0" y="0"/>
                  </a:moveTo>
                  <a:lnTo>
                    <a:pt x="22433280" y="0"/>
                  </a:lnTo>
                  <a:lnTo>
                    <a:pt x="22433280" y="1828800"/>
                  </a:lnTo>
                  <a:lnTo>
                    <a:pt x="0" y="1828800"/>
                  </a:lnTo>
                  <a:close/>
                </a:path>
              </a:pathLst>
            </a:custGeom>
            <a:blipFill rotWithShape="1">
              <a:blip r:embed="rId3">
                <a:alphaModFix amt="0"/>
              </a:blip>
              <a:stretch>
                <a:fillRect l="0" t="-189016" r="0" b="-189015"/>
              </a:stretch>
            </a:blipFill>
          </p:spPr>
        </p:sp>
        <p:sp>
          <p:nvSpPr>
            <p:cNvPr id="7" name="TextBox 7"/>
            <p:cNvSpPr txBox="1"/>
            <p:nvPr/>
          </p:nvSpPr>
          <p:spPr bwMode="auto">
            <a:xfrm>
              <a:off x="0" y="-76200"/>
              <a:ext cx="22433280" cy="1905000"/>
            </a:xfrm>
            <a:prstGeom prst="rect">
              <a:avLst/>
            </a:prstGeom>
            <a:grpFill/>
          </p:spPr>
          <p:txBody>
            <a:bodyPr lIns="0" tIns="0" rIns="0" bIns="0" rtlCol="0" anchor="ctr"/>
            <a:lstStyle/>
            <a:p>
              <a:pPr algn="l">
                <a:lnSpc>
                  <a:spcPts val="5280"/>
                </a:lnSpc>
                <a:defRPr/>
              </a:pPr>
              <a:r>
                <a:rPr lang="en-US" sz="4400" b="1">
                  <a:solidFill>
                    <a:srgbClr val="FFFFFF"/>
                  </a:solidFill>
                  <a:latin typeface="Calibri (MS) Bold"/>
                  <a:ea typeface="Calibri (MS) Bold"/>
                  <a:cs typeface="Calibri (MS) Bold"/>
                </a:rPr>
                <a:t>01  Introduction &amp; Background</a:t>
              </a:r>
              <a:endParaRPr/>
            </a:p>
          </p:txBody>
        </p:sp>
      </p:grpSp>
      <p:grpSp>
        <p:nvGrpSpPr>
          <p:cNvPr id="1549884653" name="Group 8"/>
          <p:cNvGrpSpPr/>
          <p:nvPr/>
        </p:nvGrpSpPr>
        <p:grpSpPr bwMode="auto">
          <a:xfrm rot="0">
            <a:off x="718823" y="1816103"/>
            <a:ext cx="5328923" cy="2951483"/>
            <a:chOff x="0" y="0"/>
            <a:chExt cx="7105231" cy="3935311"/>
          </a:xfrm>
        </p:grpSpPr>
        <p:sp>
          <p:nvSpPr>
            <p:cNvPr id="9" name="Freeform 9"/>
            <p:cNvSpPr/>
            <p:nvPr/>
          </p:nvSpPr>
          <p:spPr bwMode="auto">
            <a:xfrm rot="0" flipH="0" flipV="0">
              <a:off x="16891" y="16891"/>
              <a:ext cx="7071360" cy="3901440"/>
            </a:xfrm>
            <a:custGeom>
              <a:avLst/>
              <a:gdLst/>
              <a:ahLst/>
              <a:cxnLst/>
              <a:rect l="l" t="t" r="r" b="b"/>
              <a:pathLst>
                <a:path w="7071360" h="3901440" fill="norm" stroke="1" extrusionOk="0">
                  <a:moveTo>
                    <a:pt x="0" y="0"/>
                  </a:moveTo>
                  <a:lnTo>
                    <a:pt x="7071360" y="0"/>
                  </a:lnTo>
                  <a:lnTo>
                    <a:pt x="7071360" y="3901440"/>
                  </a:lnTo>
                  <a:lnTo>
                    <a:pt x="0" y="3901440"/>
                  </a:lnTo>
                  <a:close/>
                </a:path>
              </a:pathLst>
            </a:custGeom>
            <a:solidFill>
              <a:srgbClr val="FFFFFF"/>
            </a:solidFill>
          </p:spPr>
        </p:sp>
        <p:sp>
          <p:nvSpPr>
            <p:cNvPr id="10" name="Freeform 10"/>
            <p:cNvSpPr/>
            <p:nvPr/>
          </p:nvSpPr>
          <p:spPr bwMode="auto">
            <a:xfrm rot="0" flipH="0" flipV="0">
              <a:off x="0" y="0"/>
              <a:ext cx="7105142" cy="3935221"/>
            </a:xfrm>
            <a:custGeom>
              <a:avLst/>
              <a:gdLst/>
              <a:ahLst/>
              <a:cxnLst/>
              <a:rect l="l" t="t" r="r" b="b"/>
              <a:pathLst>
                <a:path w="7105142" h="3935222" fill="norm" stroke="1" extrusionOk="0">
                  <a:moveTo>
                    <a:pt x="16891" y="0"/>
                  </a:moveTo>
                  <a:lnTo>
                    <a:pt x="7088251" y="0"/>
                  </a:lnTo>
                  <a:cubicBezTo>
                    <a:pt x="7097649" y="0"/>
                    <a:pt x="7105142" y="7620"/>
                    <a:pt x="7105142" y="16891"/>
                  </a:cubicBezTo>
                  <a:lnTo>
                    <a:pt x="7105142" y="3918331"/>
                  </a:lnTo>
                  <a:cubicBezTo>
                    <a:pt x="7105142" y="3927729"/>
                    <a:pt x="7097522" y="3935222"/>
                    <a:pt x="7088251" y="3935222"/>
                  </a:cubicBezTo>
                  <a:lnTo>
                    <a:pt x="16891" y="3935222"/>
                  </a:lnTo>
                  <a:cubicBezTo>
                    <a:pt x="7493" y="3935222"/>
                    <a:pt x="0" y="3927602"/>
                    <a:pt x="0" y="3918331"/>
                  </a:cubicBezTo>
                  <a:lnTo>
                    <a:pt x="0" y="16891"/>
                  </a:lnTo>
                  <a:cubicBezTo>
                    <a:pt x="0" y="7620"/>
                    <a:pt x="7620" y="0"/>
                    <a:pt x="16891" y="0"/>
                  </a:cubicBezTo>
                  <a:moveTo>
                    <a:pt x="16891" y="33909"/>
                  </a:moveTo>
                  <a:lnTo>
                    <a:pt x="16891" y="16891"/>
                  </a:lnTo>
                  <a:lnTo>
                    <a:pt x="33909" y="16891"/>
                  </a:lnTo>
                  <a:lnTo>
                    <a:pt x="33909" y="3918331"/>
                  </a:lnTo>
                  <a:lnTo>
                    <a:pt x="16891" y="3918331"/>
                  </a:lnTo>
                  <a:lnTo>
                    <a:pt x="16891" y="3901440"/>
                  </a:lnTo>
                  <a:lnTo>
                    <a:pt x="7088251" y="3901440"/>
                  </a:lnTo>
                  <a:lnTo>
                    <a:pt x="7088251" y="3918331"/>
                  </a:lnTo>
                  <a:lnTo>
                    <a:pt x="7071360" y="3918331"/>
                  </a:lnTo>
                  <a:lnTo>
                    <a:pt x="7071360" y="16891"/>
                  </a:lnTo>
                  <a:lnTo>
                    <a:pt x="7088251" y="16891"/>
                  </a:lnTo>
                  <a:lnTo>
                    <a:pt x="7088251" y="33909"/>
                  </a:lnTo>
                  <a:lnTo>
                    <a:pt x="16891" y="33909"/>
                  </a:lnTo>
                  <a:close/>
                </a:path>
              </a:pathLst>
            </a:custGeom>
            <a:solidFill>
              <a:srgbClr val="E2E8F0"/>
            </a:solidFill>
          </p:spPr>
        </p:sp>
      </p:grpSp>
      <p:grpSp>
        <p:nvGrpSpPr>
          <p:cNvPr id="1596530600" name="Group 11"/>
          <p:cNvGrpSpPr/>
          <p:nvPr/>
        </p:nvGrpSpPr>
        <p:grpSpPr bwMode="auto">
          <a:xfrm rot="0">
            <a:off x="731520" y="1920240"/>
            <a:ext cx="5303520" cy="914400"/>
            <a:chOff x="0" y="0"/>
            <a:chExt cx="7071360" cy="1219200"/>
          </a:xfrm>
        </p:grpSpPr>
        <p:sp>
          <p:nvSpPr>
            <p:cNvPr id="12" name="Freeform 12"/>
            <p:cNvSpPr/>
            <p:nvPr/>
          </p:nvSpPr>
          <p:spPr bwMode="auto">
            <a:xfrm rot="0" flipH="0" flipV="0">
              <a:off x="0" y="0"/>
              <a:ext cx="7071360" cy="1219200"/>
            </a:xfrm>
            <a:custGeom>
              <a:avLst/>
              <a:gdLst/>
              <a:ahLst/>
              <a:cxnLst/>
              <a:rect l="l" t="t" r="r" b="b"/>
              <a:pathLst>
                <a:path w="7071360" h="1219200" fill="norm" stroke="1" extrusionOk="0">
                  <a:moveTo>
                    <a:pt x="0" y="0"/>
                  </a:moveTo>
                  <a:lnTo>
                    <a:pt x="7071360" y="0"/>
                  </a:lnTo>
                  <a:lnTo>
                    <a:pt x="7071360" y="1219200"/>
                  </a:lnTo>
                  <a:lnTo>
                    <a:pt x="0" y="1219200"/>
                  </a:lnTo>
                  <a:close/>
                </a:path>
              </a:pathLst>
            </a:custGeom>
            <a:blipFill rotWithShape="1">
              <a:blip r:embed="rId3">
                <a:alphaModFix amt="0"/>
              </a:blip>
              <a:stretch>
                <a:fillRect l="0" t="-63013" r="0" b="-63013"/>
              </a:stretch>
            </a:blipFill>
          </p:spPr>
        </p:sp>
        <p:sp>
          <p:nvSpPr>
            <p:cNvPr id="13" name="TextBox 13"/>
            <p:cNvSpPr txBox="1"/>
            <p:nvPr/>
          </p:nvSpPr>
          <p:spPr bwMode="auto">
            <a:xfrm>
              <a:off x="0" y="-76200"/>
              <a:ext cx="7071360" cy="1295400"/>
            </a:xfrm>
            <a:prstGeom prst="rect">
              <a:avLst/>
            </a:prstGeom>
            <a:grpFill/>
          </p:spPr>
          <p:txBody>
            <a:bodyPr lIns="0" tIns="0" rIns="0" bIns="0" rtlCol="0" anchor="ctr"/>
            <a:lstStyle/>
            <a:p>
              <a:pPr algn="ctr">
                <a:lnSpc>
                  <a:spcPts val="5280"/>
                </a:lnSpc>
                <a:defRPr/>
              </a:pPr>
              <a:r>
                <a:rPr lang="en-US" sz="4400">
                  <a:solidFill>
                    <a:srgbClr val="000000"/>
                  </a:solidFill>
                  <a:latin typeface="Calibri (MS)"/>
                  <a:ea typeface="Calibri (MS)"/>
                  <a:cs typeface="Calibri (MS)"/>
                </a:rPr>
                <a:t>📦</a:t>
              </a:r>
              <a:endParaRPr/>
            </a:p>
          </p:txBody>
        </p:sp>
      </p:grpSp>
      <p:grpSp>
        <p:nvGrpSpPr>
          <p:cNvPr id="913387825" name="Group 14"/>
          <p:cNvGrpSpPr/>
          <p:nvPr/>
        </p:nvGrpSpPr>
        <p:grpSpPr bwMode="auto">
          <a:xfrm rot="0">
            <a:off x="731520" y="2834640"/>
            <a:ext cx="5303520" cy="822960"/>
            <a:chOff x="0" y="0"/>
            <a:chExt cx="7071360" cy="1097280"/>
          </a:xfrm>
        </p:grpSpPr>
        <p:sp>
          <p:nvSpPr>
            <p:cNvPr id="15" name="Freeform 15"/>
            <p:cNvSpPr/>
            <p:nvPr/>
          </p:nvSpPr>
          <p:spPr bwMode="auto">
            <a:xfrm rot="0" flipH="0" flipV="0">
              <a:off x="0" y="0"/>
              <a:ext cx="7071360" cy="1097280"/>
            </a:xfrm>
            <a:custGeom>
              <a:avLst/>
              <a:gdLst/>
              <a:ahLst/>
              <a:cxnLst/>
              <a:rect l="l" t="t" r="r" b="b"/>
              <a:pathLst>
                <a:path w="7071360" h="1097280" fill="norm" stroke="1" extrusionOk="0">
                  <a:moveTo>
                    <a:pt x="0" y="0"/>
                  </a:moveTo>
                  <a:lnTo>
                    <a:pt x="7071360" y="0"/>
                  </a:lnTo>
                  <a:lnTo>
                    <a:pt x="7071360" y="1097280"/>
                  </a:lnTo>
                  <a:lnTo>
                    <a:pt x="0" y="1097280"/>
                  </a:lnTo>
                  <a:close/>
                </a:path>
              </a:pathLst>
            </a:custGeom>
            <a:blipFill rotWithShape="1">
              <a:blip r:embed="rId3">
                <a:alphaModFix amt="0"/>
              </a:blip>
              <a:stretch>
                <a:fillRect l="0" t="-75570" r="0" b="-75570"/>
              </a:stretch>
            </a:blipFill>
          </p:spPr>
        </p:sp>
        <p:sp>
          <p:nvSpPr>
            <p:cNvPr id="16" name="TextBox 16"/>
            <p:cNvSpPr txBox="1"/>
            <p:nvPr/>
          </p:nvSpPr>
          <p:spPr bwMode="auto">
            <a:xfrm>
              <a:off x="0" y="-76200"/>
              <a:ext cx="7071360" cy="1173480"/>
            </a:xfrm>
            <a:prstGeom prst="rect">
              <a:avLst/>
            </a:prstGeom>
            <a:grpFill/>
          </p:spPr>
          <p:txBody>
            <a:bodyPr lIns="0" tIns="0" rIns="0" bIns="0" rtlCol="0" anchor="ctr"/>
            <a:lstStyle/>
            <a:p>
              <a:pPr algn="ctr">
                <a:lnSpc>
                  <a:spcPts val="4800"/>
                </a:lnSpc>
                <a:defRPr/>
              </a:pPr>
              <a:r>
                <a:rPr lang="en-US" sz="4000" b="1">
                  <a:solidFill>
                    <a:srgbClr val="0891B2"/>
                  </a:solidFill>
                  <a:latin typeface="Calibri (MS) Bold"/>
                  <a:ea typeface="Calibri (MS) Bold"/>
                  <a:cs typeface="Calibri (MS) Bold"/>
                </a:rPr>
                <a:t>Millions</a:t>
              </a:r>
              <a:endParaRPr/>
            </a:p>
          </p:txBody>
        </p:sp>
      </p:grpSp>
      <p:grpSp>
        <p:nvGrpSpPr>
          <p:cNvPr id="891699492" name="Group 17"/>
          <p:cNvGrpSpPr/>
          <p:nvPr/>
        </p:nvGrpSpPr>
        <p:grpSpPr bwMode="auto">
          <a:xfrm rot="0">
            <a:off x="731520" y="3621024"/>
            <a:ext cx="5303520" cy="1005840"/>
            <a:chOff x="0" y="0"/>
            <a:chExt cx="7071360" cy="1341120"/>
          </a:xfrm>
        </p:grpSpPr>
        <p:sp>
          <p:nvSpPr>
            <p:cNvPr id="18" name="Freeform 18"/>
            <p:cNvSpPr/>
            <p:nvPr/>
          </p:nvSpPr>
          <p:spPr bwMode="auto">
            <a:xfrm rot="0" flipH="0" flipV="0">
              <a:off x="0" y="0"/>
              <a:ext cx="7071360" cy="1341120"/>
            </a:xfrm>
            <a:custGeom>
              <a:avLst/>
              <a:gdLst/>
              <a:ahLst/>
              <a:cxnLst/>
              <a:rect l="l" t="t" r="r" b="b"/>
              <a:pathLst>
                <a:path w="7071360" h="1341120" fill="norm" stroke="1" extrusionOk="0">
                  <a:moveTo>
                    <a:pt x="0" y="0"/>
                  </a:moveTo>
                  <a:lnTo>
                    <a:pt x="7071360" y="0"/>
                  </a:lnTo>
                  <a:lnTo>
                    <a:pt x="7071360" y="1341120"/>
                  </a:lnTo>
                  <a:lnTo>
                    <a:pt x="0" y="1341120"/>
                  </a:lnTo>
                  <a:close/>
                </a:path>
              </a:pathLst>
            </a:custGeom>
            <a:blipFill rotWithShape="1">
              <a:blip r:embed="rId3">
                <a:alphaModFix amt="0"/>
              </a:blip>
              <a:stretch>
                <a:fillRect l="0" t="-52739" r="0" b="-52739"/>
              </a:stretch>
            </a:blipFill>
          </p:spPr>
        </p:sp>
        <p:sp>
          <p:nvSpPr>
            <p:cNvPr id="19" name="TextBox 19"/>
            <p:cNvSpPr txBox="1"/>
            <p:nvPr/>
          </p:nvSpPr>
          <p:spPr bwMode="auto">
            <a:xfrm>
              <a:off x="0" y="-47625"/>
              <a:ext cx="7071360" cy="1388745"/>
            </a:xfrm>
            <a:prstGeom prst="rect">
              <a:avLst/>
            </a:prstGeom>
            <a:grpFill/>
          </p:spPr>
          <p:txBody>
            <a:bodyPr lIns="0" tIns="0" rIns="0" bIns="0" rtlCol="0" anchor="ctr"/>
            <a:lstStyle/>
            <a:p>
              <a:pPr algn="ctr">
                <a:lnSpc>
                  <a:spcPts val="2640"/>
                </a:lnSpc>
                <a:defRPr/>
              </a:pPr>
              <a:r>
                <a:rPr lang="en-US" sz="2200">
                  <a:solidFill>
                    <a:srgbClr val="64748B"/>
                  </a:solidFill>
                  <a:latin typeface="Calibri (MS)"/>
                  <a:ea typeface="Calibri (MS)"/>
                  <a:cs typeface="Calibri (MS)"/>
                </a:rPr>
                <a:t>Items lost</a:t>
              </a:r>
              <a:endParaRPr/>
            </a:p>
            <a:p>
              <a:pPr algn="ctr">
                <a:lnSpc>
                  <a:spcPts val="2640"/>
                </a:lnSpc>
                <a:defRPr/>
              </a:pPr>
              <a:r>
                <a:rPr lang="en-US" sz="2200">
                  <a:solidFill>
                    <a:srgbClr val="64748B"/>
                  </a:solidFill>
                  <a:latin typeface="Calibri (MS)"/>
                  <a:ea typeface="Calibri (MS)"/>
                  <a:cs typeface="Calibri (MS)"/>
                </a:rPr>
                <a:t>every year</a:t>
              </a:r>
              <a:endParaRPr/>
            </a:p>
          </p:txBody>
        </p:sp>
      </p:grpSp>
      <p:grpSp>
        <p:nvGrpSpPr>
          <p:cNvPr id="836347680" name="Group 20"/>
          <p:cNvGrpSpPr/>
          <p:nvPr/>
        </p:nvGrpSpPr>
        <p:grpSpPr bwMode="auto">
          <a:xfrm rot="0">
            <a:off x="6388103" y="1816103"/>
            <a:ext cx="5328923" cy="2951483"/>
            <a:chOff x="0" y="0"/>
            <a:chExt cx="7105231" cy="3935311"/>
          </a:xfrm>
        </p:grpSpPr>
        <p:sp>
          <p:nvSpPr>
            <p:cNvPr id="21" name="Freeform 21"/>
            <p:cNvSpPr/>
            <p:nvPr/>
          </p:nvSpPr>
          <p:spPr bwMode="auto">
            <a:xfrm rot="0" flipH="0" flipV="0">
              <a:off x="16891" y="16891"/>
              <a:ext cx="7071360" cy="3901440"/>
            </a:xfrm>
            <a:custGeom>
              <a:avLst/>
              <a:gdLst/>
              <a:ahLst/>
              <a:cxnLst/>
              <a:rect l="l" t="t" r="r" b="b"/>
              <a:pathLst>
                <a:path w="7071360" h="3901440" fill="norm" stroke="1" extrusionOk="0">
                  <a:moveTo>
                    <a:pt x="0" y="0"/>
                  </a:moveTo>
                  <a:lnTo>
                    <a:pt x="7071360" y="0"/>
                  </a:lnTo>
                  <a:lnTo>
                    <a:pt x="7071360" y="3901440"/>
                  </a:lnTo>
                  <a:lnTo>
                    <a:pt x="0" y="3901440"/>
                  </a:lnTo>
                  <a:close/>
                </a:path>
              </a:pathLst>
            </a:custGeom>
            <a:solidFill>
              <a:srgbClr val="FFFFFF"/>
            </a:solidFill>
          </p:spPr>
        </p:sp>
        <p:sp>
          <p:nvSpPr>
            <p:cNvPr id="22" name="Freeform 22"/>
            <p:cNvSpPr/>
            <p:nvPr/>
          </p:nvSpPr>
          <p:spPr bwMode="auto">
            <a:xfrm rot="0" flipH="0" flipV="0">
              <a:off x="0" y="0"/>
              <a:ext cx="7105142" cy="3935221"/>
            </a:xfrm>
            <a:custGeom>
              <a:avLst/>
              <a:gdLst/>
              <a:ahLst/>
              <a:cxnLst/>
              <a:rect l="l" t="t" r="r" b="b"/>
              <a:pathLst>
                <a:path w="7105142" h="3935222" fill="norm" stroke="1" extrusionOk="0">
                  <a:moveTo>
                    <a:pt x="16891" y="0"/>
                  </a:moveTo>
                  <a:lnTo>
                    <a:pt x="7088251" y="0"/>
                  </a:lnTo>
                  <a:cubicBezTo>
                    <a:pt x="7097649" y="0"/>
                    <a:pt x="7105142" y="7620"/>
                    <a:pt x="7105142" y="16891"/>
                  </a:cubicBezTo>
                  <a:lnTo>
                    <a:pt x="7105142" y="3918331"/>
                  </a:lnTo>
                  <a:cubicBezTo>
                    <a:pt x="7105142" y="3927729"/>
                    <a:pt x="7097522" y="3935222"/>
                    <a:pt x="7088251" y="3935222"/>
                  </a:cubicBezTo>
                  <a:lnTo>
                    <a:pt x="16891" y="3935222"/>
                  </a:lnTo>
                  <a:cubicBezTo>
                    <a:pt x="7493" y="3935222"/>
                    <a:pt x="0" y="3927602"/>
                    <a:pt x="0" y="3918331"/>
                  </a:cubicBezTo>
                  <a:lnTo>
                    <a:pt x="0" y="16891"/>
                  </a:lnTo>
                  <a:cubicBezTo>
                    <a:pt x="0" y="7620"/>
                    <a:pt x="7620" y="0"/>
                    <a:pt x="16891" y="0"/>
                  </a:cubicBezTo>
                  <a:moveTo>
                    <a:pt x="16891" y="33909"/>
                  </a:moveTo>
                  <a:lnTo>
                    <a:pt x="16891" y="16891"/>
                  </a:lnTo>
                  <a:lnTo>
                    <a:pt x="33909" y="16891"/>
                  </a:lnTo>
                  <a:lnTo>
                    <a:pt x="33909" y="3918331"/>
                  </a:lnTo>
                  <a:lnTo>
                    <a:pt x="16891" y="3918331"/>
                  </a:lnTo>
                  <a:lnTo>
                    <a:pt x="16891" y="3901440"/>
                  </a:lnTo>
                  <a:lnTo>
                    <a:pt x="7088251" y="3901440"/>
                  </a:lnTo>
                  <a:lnTo>
                    <a:pt x="7088251" y="3918331"/>
                  </a:lnTo>
                  <a:lnTo>
                    <a:pt x="7071360" y="3918331"/>
                  </a:lnTo>
                  <a:lnTo>
                    <a:pt x="7071360" y="16891"/>
                  </a:lnTo>
                  <a:lnTo>
                    <a:pt x="7088251" y="16891"/>
                  </a:lnTo>
                  <a:lnTo>
                    <a:pt x="7088251" y="33909"/>
                  </a:lnTo>
                  <a:lnTo>
                    <a:pt x="16891" y="33909"/>
                  </a:lnTo>
                  <a:close/>
                </a:path>
              </a:pathLst>
            </a:custGeom>
            <a:solidFill>
              <a:srgbClr val="E2E8F0"/>
            </a:solidFill>
          </p:spPr>
        </p:sp>
      </p:grpSp>
      <p:grpSp>
        <p:nvGrpSpPr>
          <p:cNvPr id="1792319819" name="Group 23"/>
          <p:cNvGrpSpPr/>
          <p:nvPr/>
        </p:nvGrpSpPr>
        <p:grpSpPr bwMode="auto">
          <a:xfrm rot="0">
            <a:off x="6400800" y="1920240"/>
            <a:ext cx="5303520" cy="914400"/>
            <a:chOff x="0" y="0"/>
            <a:chExt cx="7071360" cy="1219200"/>
          </a:xfrm>
        </p:grpSpPr>
        <p:sp>
          <p:nvSpPr>
            <p:cNvPr id="24" name="Freeform 24"/>
            <p:cNvSpPr/>
            <p:nvPr/>
          </p:nvSpPr>
          <p:spPr bwMode="auto">
            <a:xfrm rot="0" flipH="0" flipV="0">
              <a:off x="0" y="0"/>
              <a:ext cx="7071360" cy="1219200"/>
            </a:xfrm>
            <a:custGeom>
              <a:avLst/>
              <a:gdLst/>
              <a:ahLst/>
              <a:cxnLst/>
              <a:rect l="l" t="t" r="r" b="b"/>
              <a:pathLst>
                <a:path w="7071360" h="1219200" fill="norm" stroke="1" extrusionOk="0">
                  <a:moveTo>
                    <a:pt x="0" y="0"/>
                  </a:moveTo>
                  <a:lnTo>
                    <a:pt x="7071360" y="0"/>
                  </a:lnTo>
                  <a:lnTo>
                    <a:pt x="7071360" y="1219200"/>
                  </a:lnTo>
                  <a:lnTo>
                    <a:pt x="0" y="1219200"/>
                  </a:lnTo>
                  <a:close/>
                </a:path>
              </a:pathLst>
            </a:custGeom>
            <a:blipFill rotWithShape="1">
              <a:blip r:embed="rId3">
                <a:alphaModFix amt="0"/>
              </a:blip>
              <a:stretch>
                <a:fillRect l="0" t="-63013" r="0" b="-63013"/>
              </a:stretch>
            </a:blipFill>
          </p:spPr>
        </p:sp>
        <p:sp>
          <p:nvSpPr>
            <p:cNvPr id="25" name="TextBox 25"/>
            <p:cNvSpPr txBox="1"/>
            <p:nvPr/>
          </p:nvSpPr>
          <p:spPr bwMode="auto">
            <a:xfrm>
              <a:off x="0" y="-76200"/>
              <a:ext cx="7071360" cy="1295400"/>
            </a:xfrm>
            <a:prstGeom prst="rect">
              <a:avLst/>
            </a:prstGeom>
            <a:grpFill/>
          </p:spPr>
          <p:txBody>
            <a:bodyPr lIns="0" tIns="0" rIns="0" bIns="0" rtlCol="0" anchor="ctr"/>
            <a:lstStyle/>
            <a:p>
              <a:pPr algn="ctr">
                <a:lnSpc>
                  <a:spcPts val="5280"/>
                </a:lnSpc>
                <a:defRPr/>
              </a:pPr>
              <a:r>
                <a:rPr lang="en-US" sz="4400">
                  <a:solidFill>
                    <a:srgbClr val="000000"/>
                  </a:solidFill>
                  <a:latin typeface="Calibri (MS)"/>
                  <a:ea typeface="Calibri (MS)"/>
                  <a:cs typeface="Calibri (MS)"/>
                </a:rPr>
                <a:t>🔍</a:t>
              </a:r>
              <a:endParaRPr/>
            </a:p>
          </p:txBody>
        </p:sp>
      </p:grpSp>
      <p:grpSp>
        <p:nvGrpSpPr>
          <p:cNvPr id="210572489" name="Group 26"/>
          <p:cNvGrpSpPr/>
          <p:nvPr/>
        </p:nvGrpSpPr>
        <p:grpSpPr bwMode="auto">
          <a:xfrm rot="0">
            <a:off x="6400800" y="2834640"/>
            <a:ext cx="5303520" cy="822960"/>
            <a:chOff x="0" y="0"/>
            <a:chExt cx="7071360" cy="1097280"/>
          </a:xfrm>
        </p:grpSpPr>
        <p:sp>
          <p:nvSpPr>
            <p:cNvPr id="27" name="Freeform 27"/>
            <p:cNvSpPr/>
            <p:nvPr/>
          </p:nvSpPr>
          <p:spPr bwMode="auto">
            <a:xfrm rot="0" flipH="0" flipV="0">
              <a:off x="0" y="0"/>
              <a:ext cx="7071360" cy="1097280"/>
            </a:xfrm>
            <a:custGeom>
              <a:avLst/>
              <a:gdLst/>
              <a:ahLst/>
              <a:cxnLst/>
              <a:rect l="l" t="t" r="r" b="b"/>
              <a:pathLst>
                <a:path w="7071360" h="1097280" fill="norm" stroke="1" extrusionOk="0">
                  <a:moveTo>
                    <a:pt x="0" y="0"/>
                  </a:moveTo>
                  <a:lnTo>
                    <a:pt x="7071360" y="0"/>
                  </a:lnTo>
                  <a:lnTo>
                    <a:pt x="7071360" y="1097280"/>
                  </a:lnTo>
                  <a:lnTo>
                    <a:pt x="0" y="1097280"/>
                  </a:lnTo>
                  <a:close/>
                </a:path>
              </a:pathLst>
            </a:custGeom>
            <a:blipFill rotWithShape="1">
              <a:blip r:embed="rId3">
                <a:alphaModFix amt="0"/>
              </a:blip>
              <a:stretch>
                <a:fillRect l="0" t="-75570" r="0" b="-75570"/>
              </a:stretch>
            </a:blipFill>
          </p:spPr>
        </p:sp>
        <p:sp>
          <p:nvSpPr>
            <p:cNvPr id="28" name="TextBox 28"/>
            <p:cNvSpPr txBox="1"/>
            <p:nvPr/>
          </p:nvSpPr>
          <p:spPr bwMode="auto">
            <a:xfrm>
              <a:off x="0" y="-76200"/>
              <a:ext cx="7071360" cy="1173480"/>
            </a:xfrm>
            <a:prstGeom prst="rect">
              <a:avLst/>
            </a:prstGeom>
            <a:grpFill/>
          </p:spPr>
          <p:txBody>
            <a:bodyPr lIns="0" tIns="0" rIns="0" bIns="0" rtlCol="0" anchor="ctr"/>
            <a:lstStyle/>
            <a:p>
              <a:pPr algn="ctr">
                <a:lnSpc>
                  <a:spcPts val="4800"/>
                </a:lnSpc>
                <a:defRPr/>
              </a:pPr>
              <a:r>
                <a:rPr lang="en-US" sz="4000" b="1">
                  <a:solidFill>
                    <a:srgbClr val="0891B2"/>
                  </a:solidFill>
                  <a:latin typeface="Calibri (MS) Bold"/>
                  <a:ea typeface="Calibri (MS) Bold"/>
                  <a:cs typeface="Calibri (MS) Bold"/>
                </a:rPr>
                <a:t>&lt; 30%</a:t>
              </a:r>
              <a:endParaRPr/>
            </a:p>
          </p:txBody>
        </p:sp>
      </p:grpSp>
      <p:grpSp>
        <p:nvGrpSpPr>
          <p:cNvPr id="13300534" name="Group 29"/>
          <p:cNvGrpSpPr/>
          <p:nvPr/>
        </p:nvGrpSpPr>
        <p:grpSpPr bwMode="auto">
          <a:xfrm rot="0">
            <a:off x="6400800" y="3621024"/>
            <a:ext cx="5303520" cy="1005840"/>
            <a:chOff x="0" y="0"/>
            <a:chExt cx="7071360" cy="1341120"/>
          </a:xfrm>
        </p:grpSpPr>
        <p:sp>
          <p:nvSpPr>
            <p:cNvPr id="30" name="Freeform 30"/>
            <p:cNvSpPr/>
            <p:nvPr/>
          </p:nvSpPr>
          <p:spPr bwMode="auto">
            <a:xfrm rot="0" flipH="0" flipV="0">
              <a:off x="0" y="0"/>
              <a:ext cx="7071360" cy="1341120"/>
            </a:xfrm>
            <a:custGeom>
              <a:avLst/>
              <a:gdLst/>
              <a:ahLst/>
              <a:cxnLst/>
              <a:rect l="l" t="t" r="r" b="b"/>
              <a:pathLst>
                <a:path w="7071360" h="1341120" fill="norm" stroke="1" extrusionOk="0">
                  <a:moveTo>
                    <a:pt x="0" y="0"/>
                  </a:moveTo>
                  <a:lnTo>
                    <a:pt x="7071360" y="0"/>
                  </a:lnTo>
                  <a:lnTo>
                    <a:pt x="7071360" y="1341120"/>
                  </a:lnTo>
                  <a:lnTo>
                    <a:pt x="0" y="1341120"/>
                  </a:lnTo>
                  <a:close/>
                </a:path>
              </a:pathLst>
            </a:custGeom>
            <a:blipFill rotWithShape="1">
              <a:blip r:embed="rId3">
                <a:alphaModFix amt="0"/>
              </a:blip>
              <a:stretch>
                <a:fillRect l="0" t="-52739" r="0" b="-52739"/>
              </a:stretch>
            </a:blipFill>
          </p:spPr>
        </p:sp>
        <p:sp>
          <p:nvSpPr>
            <p:cNvPr id="31" name="TextBox 31"/>
            <p:cNvSpPr txBox="1"/>
            <p:nvPr/>
          </p:nvSpPr>
          <p:spPr bwMode="auto">
            <a:xfrm>
              <a:off x="0" y="-47625"/>
              <a:ext cx="7071360" cy="1388745"/>
            </a:xfrm>
            <a:prstGeom prst="rect">
              <a:avLst/>
            </a:prstGeom>
            <a:grpFill/>
          </p:spPr>
          <p:txBody>
            <a:bodyPr lIns="0" tIns="0" rIns="0" bIns="0" rtlCol="0" anchor="ctr"/>
            <a:lstStyle/>
            <a:p>
              <a:pPr algn="ctr">
                <a:lnSpc>
                  <a:spcPts val="2640"/>
                </a:lnSpc>
                <a:defRPr/>
              </a:pPr>
              <a:r>
                <a:rPr lang="en-US" sz="2200">
                  <a:solidFill>
                    <a:srgbClr val="64748B"/>
                  </a:solidFill>
                  <a:latin typeface="Calibri (MS)"/>
                  <a:ea typeface="Calibri (MS)"/>
                  <a:cs typeface="Calibri (MS)"/>
                </a:rPr>
                <a:t>Items are</a:t>
              </a:r>
              <a:endParaRPr/>
            </a:p>
            <a:p>
              <a:pPr algn="ctr">
                <a:lnSpc>
                  <a:spcPts val="2640"/>
                </a:lnSpc>
                <a:defRPr/>
              </a:pPr>
              <a:r>
                <a:rPr lang="en-US" sz="2200">
                  <a:solidFill>
                    <a:srgbClr val="64748B"/>
                  </a:solidFill>
                  <a:latin typeface="Calibri (MS)"/>
                  <a:ea typeface="Calibri (MS)"/>
                  <a:cs typeface="Calibri (MS)"/>
                </a:rPr>
                <a:t>ever recovered</a:t>
              </a:r>
              <a:endParaRPr/>
            </a:p>
          </p:txBody>
        </p:sp>
      </p:grpSp>
      <p:grpSp>
        <p:nvGrpSpPr>
          <p:cNvPr id="929134797" name="Group 32"/>
          <p:cNvGrpSpPr/>
          <p:nvPr/>
        </p:nvGrpSpPr>
        <p:grpSpPr bwMode="auto">
          <a:xfrm rot="0">
            <a:off x="12057383" y="1816103"/>
            <a:ext cx="5328923" cy="2951483"/>
            <a:chOff x="0" y="0"/>
            <a:chExt cx="7105231" cy="3935311"/>
          </a:xfrm>
        </p:grpSpPr>
        <p:sp>
          <p:nvSpPr>
            <p:cNvPr id="33" name="Freeform 33"/>
            <p:cNvSpPr/>
            <p:nvPr/>
          </p:nvSpPr>
          <p:spPr bwMode="auto">
            <a:xfrm rot="0" flipH="0" flipV="0">
              <a:off x="16891" y="16891"/>
              <a:ext cx="7071360" cy="3901440"/>
            </a:xfrm>
            <a:custGeom>
              <a:avLst/>
              <a:gdLst/>
              <a:ahLst/>
              <a:cxnLst/>
              <a:rect l="l" t="t" r="r" b="b"/>
              <a:pathLst>
                <a:path w="7071360" h="3901440" fill="norm" stroke="1" extrusionOk="0">
                  <a:moveTo>
                    <a:pt x="0" y="0"/>
                  </a:moveTo>
                  <a:lnTo>
                    <a:pt x="7071360" y="0"/>
                  </a:lnTo>
                  <a:lnTo>
                    <a:pt x="7071360" y="3901440"/>
                  </a:lnTo>
                  <a:lnTo>
                    <a:pt x="0" y="3901440"/>
                  </a:lnTo>
                  <a:close/>
                </a:path>
              </a:pathLst>
            </a:custGeom>
            <a:solidFill>
              <a:srgbClr val="FFFFFF"/>
            </a:solidFill>
          </p:spPr>
        </p:sp>
        <p:sp>
          <p:nvSpPr>
            <p:cNvPr id="34" name="Freeform 34"/>
            <p:cNvSpPr/>
            <p:nvPr/>
          </p:nvSpPr>
          <p:spPr bwMode="auto">
            <a:xfrm rot="0" flipH="0" flipV="0">
              <a:off x="0" y="0"/>
              <a:ext cx="7105142" cy="3935221"/>
            </a:xfrm>
            <a:custGeom>
              <a:avLst/>
              <a:gdLst/>
              <a:ahLst/>
              <a:cxnLst/>
              <a:rect l="l" t="t" r="r" b="b"/>
              <a:pathLst>
                <a:path w="7105142" h="3935222" fill="norm" stroke="1" extrusionOk="0">
                  <a:moveTo>
                    <a:pt x="16891" y="0"/>
                  </a:moveTo>
                  <a:lnTo>
                    <a:pt x="7088251" y="0"/>
                  </a:lnTo>
                  <a:cubicBezTo>
                    <a:pt x="7097649" y="0"/>
                    <a:pt x="7105142" y="7620"/>
                    <a:pt x="7105142" y="16891"/>
                  </a:cubicBezTo>
                  <a:lnTo>
                    <a:pt x="7105142" y="3918331"/>
                  </a:lnTo>
                  <a:cubicBezTo>
                    <a:pt x="7105142" y="3927729"/>
                    <a:pt x="7097522" y="3935222"/>
                    <a:pt x="7088251" y="3935222"/>
                  </a:cubicBezTo>
                  <a:lnTo>
                    <a:pt x="16891" y="3935222"/>
                  </a:lnTo>
                  <a:cubicBezTo>
                    <a:pt x="7493" y="3935222"/>
                    <a:pt x="0" y="3927602"/>
                    <a:pt x="0" y="3918331"/>
                  </a:cubicBezTo>
                  <a:lnTo>
                    <a:pt x="0" y="16891"/>
                  </a:lnTo>
                  <a:cubicBezTo>
                    <a:pt x="0" y="7620"/>
                    <a:pt x="7620" y="0"/>
                    <a:pt x="16891" y="0"/>
                  </a:cubicBezTo>
                  <a:moveTo>
                    <a:pt x="16891" y="33909"/>
                  </a:moveTo>
                  <a:lnTo>
                    <a:pt x="16891" y="16891"/>
                  </a:lnTo>
                  <a:lnTo>
                    <a:pt x="33909" y="16891"/>
                  </a:lnTo>
                  <a:lnTo>
                    <a:pt x="33909" y="3918331"/>
                  </a:lnTo>
                  <a:lnTo>
                    <a:pt x="16891" y="3918331"/>
                  </a:lnTo>
                  <a:lnTo>
                    <a:pt x="16891" y="3901440"/>
                  </a:lnTo>
                  <a:lnTo>
                    <a:pt x="7088251" y="3901440"/>
                  </a:lnTo>
                  <a:lnTo>
                    <a:pt x="7088251" y="3918331"/>
                  </a:lnTo>
                  <a:lnTo>
                    <a:pt x="7071360" y="3918331"/>
                  </a:lnTo>
                  <a:lnTo>
                    <a:pt x="7071360" y="16891"/>
                  </a:lnTo>
                  <a:lnTo>
                    <a:pt x="7088251" y="16891"/>
                  </a:lnTo>
                  <a:lnTo>
                    <a:pt x="7088251" y="33909"/>
                  </a:lnTo>
                  <a:lnTo>
                    <a:pt x="16891" y="33909"/>
                  </a:lnTo>
                  <a:close/>
                </a:path>
              </a:pathLst>
            </a:custGeom>
            <a:solidFill>
              <a:srgbClr val="E2E8F0"/>
            </a:solidFill>
          </p:spPr>
        </p:sp>
      </p:grpSp>
      <p:grpSp>
        <p:nvGrpSpPr>
          <p:cNvPr id="563844513" name="Group 35"/>
          <p:cNvGrpSpPr/>
          <p:nvPr/>
        </p:nvGrpSpPr>
        <p:grpSpPr bwMode="auto">
          <a:xfrm rot="0">
            <a:off x="12070079" y="1920240"/>
            <a:ext cx="5303520" cy="914400"/>
            <a:chOff x="0" y="0"/>
            <a:chExt cx="7071360" cy="1219200"/>
          </a:xfrm>
        </p:grpSpPr>
        <p:sp>
          <p:nvSpPr>
            <p:cNvPr id="36" name="Freeform 36"/>
            <p:cNvSpPr/>
            <p:nvPr/>
          </p:nvSpPr>
          <p:spPr bwMode="auto">
            <a:xfrm rot="0" flipH="0" flipV="0">
              <a:off x="0" y="0"/>
              <a:ext cx="7071360" cy="1219200"/>
            </a:xfrm>
            <a:custGeom>
              <a:avLst/>
              <a:gdLst/>
              <a:ahLst/>
              <a:cxnLst/>
              <a:rect l="l" t="t" r="r" b="b"/>
              <a:pathLst>
                <a:path w="7071360" h="1219200" fill="norm" stroke="1" extrusionOk="0">
                  <a:moveTo>
                    <a:pt x="0" y="0"/>
                  </a:moveTo>
                  <a:lnTo>
                    <a:pt x="7071360" y="0"/>
                  </a:lnTo>
                  <a:lnTo>
                    <a:pt x="7071360" y="1219200"/>
                  </a:lnTo>
                  <a:lnTo>
                    <a:pt x="0" y="1219200"/>
                  </a:lnTo>
                  <a:close/>
                </a:path>
              </a:pathLst>
            </a:custGeom>
            <a:blipFill rotWithShape="1">
              <a:blip r:embed="rId3">
                <a:alphaModFix amt="0"/>
              </a:blip>
              <a:stretch>
                <a:fillRect l="0" t="-63013" r="0" b="-63013"/>
              </a:stretch>
            </a:blipFill>
          </p:spPr>
        </p:sp>
        <p:sp>
          <p:nvSpPr>
            <p:cNvPr id="37" name="TextBox 37"/>
            <p:cNvSpPr txBox="1"/>
            <p:nvPr/>
          </p:nvSpPr>
          <p:spPr bwMode="auto">
            <a:xfrm>
              <a:off x="0" y="-76200"/>
              <a:ext cx="7071360" cy="1295400"/>
            </a:xfrm>
            <a:prstGeom prst="rect">
              <a:avLst/>
            </a:prstGeom>
            <a:grpFill/>
          </p:spPr>
          <p:txBody>
            <a:bodyPr lIns="0" tIns="0" rIns="0" bIns="0" rtlCol="0" anchor="ctr"/>
            <a:lstStyle/>
            <a:p>
              <a:pPr algn="ctr">
                <a:lnSpc>
                  <a:spcPts val="5280"/>
                </a:lnSpc>
                <a:defRPr/>
              </a:pPr>
              <a:r>
                <a:rPr lang="en-US" sz="4400">
                  <a:solidFill>
                    <a:srgbClr val="000000"/>
                  </a:solidFill>
                  <a:latin typeface="Calibri (MS)"/>
                  <a:ea typeface="Calibri (MS)"/>
                  <a:cs typeface="Calibri (MS)"/>
                </a:rPr>
                <a:t>📋</a:t>
              </a:r>
              <a:endParaRPr/>
            </a:p>
          </p:txBody>
        </p:sp>
      </p:grpSp>
      <p:grpSp>
        <p:nvGrpSpPr>
          <p:cNvPr id="358286763" name="Group 38"/>
          <p:cNvGrpSpPr/>
          <p:nvPr/>
        </p:nvGrpSpPr>
        <p:grpSpPr bwMode="auto">
          <a:xfrm rot="0">
            <a:off x="12070079" y="2834640"/>
            <a:ext cx="5303520" cy="822960"/>
            <a:chOff x="0" y="0"/>
            <a:chExt cx="7071360" cy="1097280"/>
          </a:xfrm>
        </p:grpSpPr>
        <p:sp>
          <p:nvSpPr>
            <p:cNvPr id="39" name="Freeform 39"/>
            <p:cNvSpPr/>
            <p:nvPr/>
          </p:nvSpPr>
          <p:spPr bwMode="auto">
            <a:xfrm rot="0" flipH="0" flipV="0">
              <a:off x="0" y="0"/>
              <a:ext cx="7071360" cy="1097280"/>
            </a:xfrm>
            <a:custGeom>
              <a:avLst/>
              <a:gdLst/>
              <a:ahLst/>
              <a:cxnLst/>
              <a:rect l="l" t="t" r="r" b="b"/>
              <a:pathLst>
                <a:path w="7071360" h="1097280" fill="norm" stroke="1" extrusionOk="0">
                  <a:moveTo>
                    <a:pt x="0" y="0"/>
                  </a:moveTo>
                  <a:lnTo>
                    <a:pt x="7071360" y="0"/>
                  </a:lnTo>
                  <a:lnTo>
                    <a:pt x="7071360" y="1097280"/>
                  </a:lnTo>
                  <a:lnTo>
                    <a:pt x="0" y="1097280"/>
                  </a:lnTo>
                  <a:close/>
                </a:path>
              </a:pathLst>
            </a:custGeom>
            <a:blipFill rotWithShape="1">
              <a:blip r:embed="rId3">
                <a:alphaModFix amt="0"/>
              </a:blip>
              <a:stretch>
                <a:fillRect l="0" t="-75570" r="0" b="-75570"/>
              </a:stretch>
            </a:blipFill>
          </p:spPr>
        </p:sp>
        <p:sp>
          <p:nvSpPr>
            <p:cNvPr id="40" name="TextBox 40"/>
            <p:cNvSpPr txBox="1"/>
            <p:nvPr/>
          </p:nvSpPr>
          <p:spPr bwMode="auto">
            <a:xfrm>
              <a:off x="0" y="-76200"/>
              <a:ext cx="7071360" cy="1173480"/>
            </a:xfrm>
            <a:prstGeom prst="rect">
              <a:avLst/>
            </a:prstGeom>
            <a:grpFill/>
          </p:spPr>
          <p:txBody>
            <a:bodyPr lIns="0" tIns="0" rIns="0" bIns="0" rtlCol="0" anchor="ctr"/>
            <a:lstStyle/>
            <a:p>
              <a:pPr algn="ctr">
                <a:lnSpc>
                  <a:spcPts val="4800"/>
                </a:lnSpc>
                <a:defRPr/>
              </a:pPr>
              <a:r>
                <a:rPr lang="en-US" sz="4000" b="1">
                  <a:solidFill>
                    <a:srgbClr val="0891B2"/>
                  </a:solidFill>
                  <a:latin typeface="Calibri (MS) Bold"/>
                  <a:ea typeface="Calibri (MS) Bold"/>
                  <a:cs typeface="Calibri (MS) Bold"/>
                </a:rPr>
                <a:t>Manual</a:t>
              </a:r>
              <a:endParaRPr/>
            </a:p>
          </p:txBody>
        </p:sp>
      </p:grpSp>
      <p:grpSp>
        <p:nvGrpSpPr>
          <p:cNvPr id="436998834" name="Group 41"/>
          <p:cNvGrpSpPr/>
          <p:nvPr/>
        </p:nvGrpSpPr>
        <p:grpSpPr bwMode="auto">
          <a:xfrm rot="0">
            <a:off x="12070079" y="3621024"/>
            <a:ext cx="5303520" cy="1005840"/>
            <a:chOff x="0" y="0"/>
            <a:chExt cx="7071360" cy="1341120"/>
          </a:xfrm>
        </p:grpSpPr>
        <p:sp>
          <p:nvSpPr>
            <p:cNvPr id="42" name="Freeform 42"/>
            <p:cNvSpPr/>
            <p:nvPr/>
          </p:nvSpPr>
          <p:spPr bwMode="auto">
            <a:xfrm rot="0" flipH="0" flipV="0">
              <a:off x="0" y="0"/>
              <a:ext cx="7071360" cy="1341120"/>
            </a:xfrm>
            <a:custGeom>
              <a:avLst/>
              <a:gdLst/>
              <a:ahLst/>
              <a:cxnLst/>
              <a:rect l="l" t="t" r="r" b="b"/>
              <a:pathLst>
                <a:path w="7071360" h="1341120" fill="norm" stroke="1" extrusionOk="0">
                  <a:moveTo>
                    <a:pt x="0" y="0"/>
                  </a:moveTo>
                  <a:lnTo>
                    <a:pt x="7071360" y="0"/>
                  </a:lnTo>
                  <a:lnTo>
                    <a:pt x="7071360" y="1341120"/>
                  </a:lnTo>
                  <a:lnTo>
                    <a:pt x="0" y="1341120"/>
                  </a:lnTo>
                  <a:close/>
                </a:path>
              </a:pathLst>
            </a:custGeom>
            <a:blipFill rotWithShape="1">
              <a:blip r:embed="rId3">
                <a:alphaModFix amt="0"/>
              </a:blip>
              <a:stretch>
                <a:fillRect l="0" t="-52739" r="0" b="-52739"/>
              </a:stretch>
            </a:blipFill>
          </p:spPr>
        </p:sp>
        <p:sp>
          <p:nvSpPr>
            <p:cNvPr id="43" name="TextBox 43"/>
            <p:cNvSpPr txBox="1"/>
            <p:nvPr/>
          </p:nvSpPr>
          <p:spPr bwMode="auto">
            <a:xfrm>
              <a:off x="0" y="-47625"/>
              <a:ext cx="7071360" cy="1388745"/>
            </a:xfrm>
            <a:prstGeom prst="rect">
              <a:avLst/>
            </a:prstGeom>
            <a:grpFill/>
          </p:spPr>
          <p:txBody>
            <a:bodyPr lIns="0" tIns="0" rIns="0" bIns="0" rtlCol="0" anchor="ctr"/>
            <a:lstStyle/>
            <a:p>
              <a:pPr algn="ctr">
                <a:lnSpc>
                  <a:spcPts val="2640"/>
                </a:lnSpc>
                <a:defRPr/>
              </a:pPr>
              <a:r>
                <a:rPr lang="en-US" sz="2200">
                  <a:solidFill>
                    <a:srgbClr val="64748B"/>
                  </a:solidFill>
                  <a:latin typeface="Calibri (MS)"/>
                  <a:ea typeface="Calibri (MS)"/>
                  <a:cs typeface="Calibri (MS)"/>
                </a:rPr>
                <a:t>Current process</a:t>
              </a:r>
              <a:endParaRPr/>
            </a:p>
            <a:p>
              <a:pPr algn="ctr">
                <a:lnSpc>
                  <a:spcPts val="2640"/>
                </a:lnSpc>
                <a:defRPr/>
              </a:pPr>
              <a:r>
                <a:rPr lang="en-US" sz="2200">
                  <a:solidFill>
                    <a:srgbClr val="64748B"/>
                  </a:solidFill>
                  <a:latin typeface="Calibri (MS)"/>
                  <a:ea typeface="Calibri (MS)"/>
                  <a:cs typeface="Calibri (MS)"/>
                </a:rPr>
                <a:t>is inefficient</a:t>
              </a:r>
              <a:endParaRPr/>
            </a:p>
          </p:txBody>
        </p:sp>
      </p:grpSp>
      <p:grpSp>
        <p:nvGrpSpPr>
          <p:cNvPr id="2062266525" name="Group 44"/>
          <p:cNvGrpSpPr/>
          <p:nvPr/>
        </p:nvGrpSpPr>
        <p:grpSpPr bwMode="auto">
          <a:xfrm rot="0">
            <a:off x="731520" y="5212080"/>
            <a:ext cx="16824960" cy="731520"/>
            <a:chOff x="0" y="0"/>
            <a:chExt cx="22433280" cy="975360"/>
          </a:xfrm>
        </p:grpSpPr>
        <p:sp>
          <p:nvSpPr>
            <p:cNvPr id="45" name="Freeform 45"/>
            <p:cNvSpPr/>
            <p:nvPr/>
          </p:nvSpPr>
          <p:spPr bwMode="auto">
            <a:xfrm rot="0" flipH="0" flipV="0">
              <a:off x="0" y="0"/>
              <a:ext cx="22433280" cy="975360"/>
            </a:xfrm>
            <a:custGeom>
              <a:avLst/>
              <a:gdLst/>
              <a:ahLst/>
              <a:cxnLst/>
              <a:rect l="l" t="t" r="r" b="b"/>
              <a:pathLst>
                <a:path w="22433280" h="975360" fill="norm" stroke="1" extrusionOk="0">
                  <a:moveTo>
                    <a:pt x="0" y="0"/>
                  </a:moveTo>
                  <a:lnTo>
                    <a:pt x="22433280" y="0"/>
                  </a:lnTo>
                  <a:lnTo>
                    <a:pt x="22433280" y="975360"/>
                  </a:lnTo>
                  <a:lnTo>
                    <a:pt x="0" y="975360"/>
                  </a:lnTo>
                  <a:close/>
                </a:path>
              </a:pathLst>
            </a:custGeom>
            <a:blipFill rotWithShape="1">
              <a:blip r:embed="rId3">
                <a:alphaModFix amt="0"/>
              </a:blip>
              <a:stretch>
                <a:fillRect l="0" t="-398155" r="0" b="-398155"/>
              </a:stretch>
            </a:blipFill>
          </p:spPr>
        </p:sp>
        <p:sp>
          <p:nvSpPr>
            <p:cNvPr id="46" name="TextBox 46"/>
            <p:cNvSpPr txBox="1"/>
            <p:nvPr/>
          </p:nvSpPr>
          <p:spPr bwMode="auto">
            <a:xfrm>
              <a:off x="0" y="-57150"/>
              <a:ext cx="22433280" cy="1032510"/>
            </a:xfrm>
            <a:prstGeom prst="rect">
              <a:avLst/>
            </a:prstGeom>
            <a:grpFill/>
          </p:spPr>
          <p:txBody>
            <a:bodyPr lIns="0" tIns="0" rIns="0" bIns="0" rtlCol="0" anchor="ctr"/>
            <a:lstStyle/>
            <a:p>
              <a:pPr algn="l">
                <a:lnSpc>
                  <a:spcPts val="3840"/>
                </a:lnSpc>
                <a:defRPr/>
              </a:pPr>
              <a:r>
                <a:rPr lang="en-US" sz="3200" b="1">
                  <a:solidFill>
                    <a:srgbClr val="1A2E4A"/>
                  </a:solidFill>
                  <a:latin typeface="Calibri (MS) Bold"/>
                  <a:ea typeface="Calibri (MS) Bold"/>
                  <a:cs typeface="Calibri (MS) Bold"/>
                </a:rPr>
                <a:t>The Problem</a:t>
              </a:r>
              <a:endParaRPr/>
            </a:p>
          </p:txBody>
        </p:sp>
      </p:grpSp>
      <p:grpSp>
        <p:nvGrpSpPr>
          <p:cNvPr id="1605259609" name="Group 47"/>
          <p:cNvGrpSpPr/>
          <p:nvPr/>
        </p:nvGrpSpPr>
        <p:grpSpPr bwMode="auto">
          <a:xfrm rot="0">
            <a:off x="914400" y="6035039"/>
            <a:ext cx="16459200" cy="3474720"/>
            <a:chOff x="0" y="0"/>
            <a:chExt cx="21945600" cy="4632960"/>
          </a:xfrm>
        </p:grpSpPr>
        <p:sp>
          <p:nvSpPr>
            <p:cNvPr id="48" name="Freeform 48"/>
            <p:cNvSpPr/>
            <p:nvPr/>
          </p:nvSpPr>
          <p:spPr bwMode="auto">
            <a:xfrm rot="0" flipH="0" flipV="0">
              <a:off x="0" y="0"/>
              <a:ext cx="21945600" cy="4632960"/>
            </a:xfrm>
            <a:custGeom>
              <a:avLst/>
              <a:gdLst/>
              <a:ahLst/>
              <a:cxnLst/>
              <a:rect l="l" t="t" r="r" b="b"/>
              <a:pathLst>
                <a:path w="21945600" h="4632960" fill="norm" stroke="1" extrusionOk="0">
                  <a:moveTo>
                    <a:pt x="0" y="0"/>
                  </a:moveTo>
                  <a:lnTo>
                    <a:pt x="21945600" y="0"/>
                  </a:lnTo>
                  <a:lnTo>
                    <a:pt x="21945600" y="4632960"/>
                  </a:lnTo>
                  <a:lnTo>
                    <a:pt x="0" y="4632960"/>
                  </a:lnTo>
                  <a:close/>
                </a:path>
              </a:pathLst>
            </a:custGeom>
            <a:blipFill rotWithShape="1">
              <a:blip r:embed="rId3">
                <a:alphaModFix amt="0"/>
              </a:blip>
              <a:stretch>
                <a:fillRect l="0" t="-42297" r="0" b="-42297"/>
              </a:stretch>
            </a:blipFill>
          </p:spPr>
        </p:sp>
        <p:sp>
          <p:nvSpPr>
            <p:cNvPr id="49" name="TextBox 49"/>
            <p:cNvSpPr txBox="1"/>
            <p:nvPr/>
          </p:nvSpPr>
          <p:spPr bwMode="auto">
            <a:xfrm>
              <a:off x="0" y="-57150"/>
              <a:ext cx="21945600" cy="4690110"/>
            </a:xfrm>
            <a:prstGeom prst="rect">
              <a:avLst/>
            </a:prstGeom>
            <a:grpFill/>
          </p:spPr>
          <p:txBody>
            <a:bodyPr lIns="0" tIns="0" rIns="0" bIns="0" rtlCol="0" anchor="ctr"/>
            <a:lstStyle/>
            <a:p>
              <a:pPr marL="627380" lvl="1" indent="-313690" algn="l">
                <a:lnSpc>
                  <a:spcPts val="3120"/>
                </a:lnSpc>
                <a:buFont typeface="Arial"/>
                <a:buChar char="•"/>
                <a:defRPr/>
              </a:pPr>
              <a:r>
                <a:rPr lang="en-US" sz="2600">
                  <a:solidFill>
                    <a:srgbClr val="0F172A"/>
                  </a:solidFill>
                  <a:latin typeface="Calibri (MS)"/>
                  <a:ea typeface="Calibri (MS)"/>
                  <a:cs typeface="Calibri (MS)"/>
                </a:rPr>
                <a:t>People lose belongings daily in colleges, transport, malls, and public spaces</a:t>
              </a:r>
              <a:endParaRPr/>
            </a:p>
            <a:p>
              <a:pPr marL="627380" lvl="1" indent="-313690" algn="l">
                <a:lnSpc>
                  <a:spcPts val="3120"/>
                </a:lnSpc>
                <a:buFont typeface="Arial"/>
                <a:buChar char="•"/>
                <a:defRPr/>
              </a:pPr>
              <a:r>
                <a:rPr lang="en-US" sz="2600">
                  <a:solidFill>
                    <a:srgbClr val="0F172A"/>
                  </a:solidFill>
                  <a:latin typeface="Calibri (MS)"/>
                  <a:ea typeface="Calibri (MS)"/>
                  <a:cs typeface="Calibri (MS)"/>
                </a:rPr>
                <a:t>No centralized digital system exists to report or search for lost/found items</a:t>
              </a:r>
              <a:endParaRPr/>
            </a:p>
            <a:p>
              <a:pPr marL="627380" lvl="1" indent="-313690" algn="l">
                <a:lnSpc>
                  <a:spcPts val="3120"/>
                </a:lnSpc>
                <a:buFont typeface="Arial"/>
                <a:buChar char="•"/>
                <a:defRPr/>
              </a:pPr>
              <a:r>
                <a:rPr lang="en-US" sz="2600">
                  <a:solidFill>
                    <a:srgbClr val="0F172A"/>
                  </a:solidFill>
                  <a:latin typeface="Calibri (MS)"/>
                  <a:ea typeface="Calibri (MS)"/>
                  <a:cs typeface="Calibri (MS)"/>
                </a:rPr>
                <a:t>Traditional notice boards and word-of-mouth are slow and unreliable</a:t>
              </a:r>
              <a:endParaRPr/>
            </a:p>
            <a:p>
              <a:pPr marL="627380" lvl="1" indent="-313690" algn="l">
                <a:lnSpc>
                  <a:spcPts val="3120"/>
                </a:lnSpc>
                <a:buFont typeface="Arial"/>
                <a:buChar char="•"/>
                <a:defRPr/>
              </a:pPr>
              <a:r>
                <a:rPr lang="en-US" sz="2600" b="1">
                  <a:solidFill>
                    <a:srgbClr val="0891B2"/>
                  </a:solidFill>
                  <a:latin typeface="Calibri (MS) Bold"/>
                  <a:ea typeface="Calibri (MS) Bold"/>
                  <a:cs typeface="Calibri (MS) Bold"/>
                </a:rPr>
                <a:t>Our platform bridges the gap between item finders and original owners</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0F9FF"/>
        </a:solidFill>
      </p:bgPr>
    </p:bg>
    <p:spTree>
      <p:nvGrpSpPr>
        <p:cNvPr id="1" name=""/>
        <p:cNvGrpSpPr/>
        <p:nvPr/>
      </p:nvGrpSpPr>
      <p:grpSpPr bwMode="auto">
        <a:xfrm>
          <a:off x="0" y="0"/>
          <a:ext cx="0" cy="0"/>
          <a:chOff x="0" y="0"/>
          <a:chExt cx="0" cy="0"/>
        </a:xfrm>
      </p:grpSpPr>
      <p:grpSp>
        <p:nvGrpSpPr>
          <p:cNvPr id="2070668554" name="Group 2"/>
          <p:cNvGrpSpPr/>
          <p:nvPr/>
        </p:nvGrpSpPr>
        <p:grpSpPr bwMode="auto">
          <a:xfrm rot="0">
            <a:off x="-12697" y="-12697"/>
            <a:ext cx="18313403" cy="1397003"/>
            <a:chOff x="0" y="0"/>
            <a:chExt cx="24417871" cy="1862671"/>
          </a:xfrm>
        </p:grpSpPr>
        <p:sp>
          <p:nvSpPr>
            <p:cNvPr id="3" name="Freeform 3"/>
            <p:cNvSpPr/>
            <p:nvPr/>
          </p:nvSpPr>
          <p:spPr bwMode="auto">
            <a:xfrm rot="0" flipH="0" flipV="0">
              <a:off x="16891" y="16891"/>
              <a:ext cx="24383999" cy="1828800"/>
            </a:xfrm>
            <a:custGeom>
              <a:avLst/>
              <a:gdLst/>
              <a:ahLst/>
              <a:cxnLst/>
              <a:rect l="l" t="t" r="r" b="b"/>
              <a:pathLst>
                <a:path w="24383999" h="1828800" fill="norm" stroke="1" extrusionOk="0">
                  <a:moveTo>
                    <a:pt x="0" y="0"/>
                  </a:moveTo>
                  <a:lnTo>
                    <a:pt x="24383999" y="0"/>
                  </a:lnTo>
                  <a:lnTo>
                    <a:pt x="24383999" y="1828800"/>
                  </a:lnTo>
                  <a:lnTo>
                    <a:pt x="0" y="1828800"/>
                  </a:lnTo>
                  <a:close/>
                </a:path>
              </a:pathLst>
            </a:custGeom>
            <a:solidFill>
              <a:srgbClr val="1A2E4A"/>
            </a:solidFill>
          </p:spPr>
        </p:sp>
        <p:sp>
          <p:nvSpPr>
            <p:cNvPr id="4" name="Freeform 4"/>
            <p:cNvSpPr/>
            <p:nvPr/>
          </p:nvSpPr>
          <p:spPr bwMode="auto">
            <a:xfrm rot="0" flipH="0" flipV="0">
              <a:off x="0" y="0"/>
              <a:ext cx="24417782" cy="1862582"/>
            </a:xfrm>
            <a:custGeom>
              <a:avLst/>
              <a:gdLst/>
              <a:ahLst/>
              <a:cxnLst/>
              <a:rect l="l" t="t" r="r" b="b"/>
              <a:pathLst>
                <a:path w="24417782" h="1862582" fill="norm" stroke="1" extrusionOk="0">
                  <a:moveTo>
                    <a:pt x="16891" y="0"/>
                  </a:moveTo>
                  <a:lnTo>
                    <a:pt x="24400890" y="0"/>
                  </a:lnTo>
                  <a:cubicBezTo>
                    <a:pt x="24410290" y="0"/>
                    <a:pt x="24417782" y="7620"/>
                    <a:pt x="24417782" y="16891"/>
                  </a:cubicBezTo>
                  <a:lnTo>
                    <a:pt x="24417782" y="1845691"/>
                  </a:lnTo>
                  <a:cubicBezTo>
                    <a:pt x="24417782" y="1855089"/>
                    <a:pt x="24410163" y="1862582"/>
                    <a:pt x="24400890"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4400890" y="1828800"/>
                  </a:lnTo>
                  <a:lnTo>
                    <a:pt x="24400890" y="1845691"/>
                  </a:lnTo>
                  <a:lnTo>
                    <a:pt x="24384000" y="1845691"/>
                  </a:lnTo>
                  <a:lnTo>
                    <a:pt x="24384000" y="16891"/>
                  </a:lnTo>
                  <a:lnTo>
                    <a:pt x="24400890" y="16891"/>
                  </a:lnTo>
                  <a:lnTo>
                    <a:pt x="24400890" y="33909"/>
                  </a:lnTo>
                  <a:lnTo>
                    <a:pt x="16891" y="33909"/>
                  </a:lnTo>
                  <a:close/>
                </a:path>
              </a:pathLst>
            </a:custGeom>
            <a:solidFill>
              <a:srgbClr val="1A2E4A"/>
            </a:solidFill>
          </p:spPr>
        </p:sp>
      </p:grpSp>
      <p:grpSp>
        <p:nvGrpSpPr>
          <p:cNvPr id="577788638" name="Group 5"/>
          <p:cNvGrpSpPr/>
          <p:nvPr/>
        </p:nvGrpSpPr>
        <p:grpSpPr bwMode="auto">
          <a:xfrm rot="0">
            <a:off x="731520" y="0"/>
            <a:ext cx="16824960" cy="1371600"/>
            <a:chOff x="0" y="0"/>
            <a:chExt cx="22433280" cy="1828800"/>
          </a:xfrm>
        </p:grpSpPr>
        <p:sp>
          <p:nvSpPr>
            <p:cNvPr id="6" name="Freeform 6"/>
            <p:cNvSpPr/>
            <p:nvPr/>
          </p:nvSpPr>
          <p:spPr bwMode="auto">
            <a:xfrm rot="0" flipH="0" flipV="0">
              <a:off x="0" y="0"/>
              <a:ext cx="22433280" cy="1828800"/>
            </a:xfrm>
            <a:custGeom>
              <a:avLst/>
              <a:gdLst/>
              <a:ahLst/>
              <a:cxnLst/>
              <a:rect l="l" t="t" r="r" b="b"/>
              <a:pathLst>
                <a:path w="22433280" h="1828800" fill="norm" stroke="1" extrusionOk="0">
                  <a:moveTo>
                    <a:pt x="0" y="0"/>
                  </a:moveTo>
                  <a:lnTo>
                    <a:pt x="22433280" y="0"/>
                  </a:lnTo>
                  <a:lnTo>
                    <a:pt x="22433280" y="1828800"/>
                  </a:lnTo>
                  <a:lnTo>
                    <a:pt x="0" y="1828800"/>
                  </a:lnTo>
                  <a:close/>
                </a:path>
              </a:pathLst>
            </a:custGeom>
            <a:blipFill rotWithShape="1">
              <a:blip r:embed="rId3">
                <a:alphaModFix amt="0"/>
              </a:blip>
              <a:stretch>
                <a:fillRect l="0" t="-189016" r="0" b="-189015"/>
              </a:stretch>
            </a:blipFill>
          </p:spPr>
        </p:sp>
        <p:sp>
          <p:nvSpPr>
            <p:cNvPr id="7" name="TextBox 7"/>
            <p:cNvSpPr txBox="1"/>
            <p:nvPr/>
          </p:nvSpPr>
          <p:spPr bwMode="auto">
            <a:xfrm>
              <a:off x="0" y="-76200"/>
              <a:ext cx="22433280" cy="1905000"/>
            </a:xfrm>
            <a:prstGeom prst="rect">
              <a:avLst/>
            </a:prstGeom>
            <a:grpFill/>
          </p:spPr>
          <p:txBody>
            <a:bodyPr lIns="0" tIns="0" rIns="0" bIns="0" rtlCol="0" anchor="ctr"/>
            <a:lstStyle/>
            <a:p>
              <a:pPr algn="l">
                <a:lnSpc>
                  <a:spcPts val="5280"/>
                </a:lnSpc>
                <a:defRPr/>
              </a:pPr>
              <a:r>
                <a:rPr lang="en-US" sz="4400" b="1">
                  <a:solidFill>
                    <a:srgbClr val="FFFFFF"/>
                  </a:solidFill>
                  <a:latin typeface="Calibri (MS) Bold"/>
                  <a:ea typeface="Calibri (MS) Bold"/>
                  <a:cs typeface="Calibri (MS) Bold"/>
                </a:rPr>
                <a:t>02  Objective &amp; Scope</a:t>
              </a:r>
              <a:endParaRPr/>
            </a:p>
          </p:txBody>
        </p:sp>
      </p:grpSp>
      <p:grpSp>
        <p:nvGrpSpPr>
          <p:cNvPr id="1191349712" name="Group 8"/>
          <p:cNvGrpSpPr/>
          <p:nvPr/>
        </p:nvGrpSpPr>
        <p:grpSpPr bwMode="auto">
          <a:xfrm rot="0">
            <a:off x="535943" y="1633223"/>
            <a:ext cx="8255003" cy="8255003"/>
            <a:chOff x="0" y="0"/>
            <a:chExt cx="11006671" cy="11006671"/>
          </a:xfrm>
        </p:grpSpPr>
        <p:sp>
          <p:nvSpPr>
            <p:cNvPr id="9" name="Freeform 9"/>
            <p:cNvSpPr/>
            <p:nvPr/>
          </p:nvSpPr>
          <p:spPr bwMode="auto">
            <a:xfrm rot="0" flipH="0" flipV="0">
              <a:off x="16891" y="16891"/>
              <a:ext cx="10972800" cy="10972800"/>
            </a:xfrm>
            <a:custGeom>
              <a:avLst/>
              <a:gdLst/>
              <a:ahLst/>
              <a:cxnLst/>
              <a:rect l="l" t="t" r="r" b="b"/>
              <a:pathLst>
                <a:path w="10972800" h="10972800" fill="norm" stroke="1" extrusionOk="0">
                  <a:moveTo>
                    <a:pt x="0" y="0"/>
                  </a:moveTo>
                  <a:lnTo>
                    <a:pt x="10972800" y="0"/>
                  </a:lnTo>
                  <a:lnTo>
                    <a:pt x="10972800" y="10972800"/>
                  </a:lnTo>
                  <a:lnTo>
                    <a:pt x="0" y="10972800"/>
                  </a:lnTo>
                  <a:close/>
                </a:path>
              </a:pathLst>
            </a:custGeom>
            <a:solidFill>
              <a:srgbClr val="FFFFFF"/>
            </a:solidFill>
          </p:spPr>
        </p:sp>
        <p:sp>
          <p:nvSpPr>
            <p:cNvPr id="10" name="Freeform 10"/>
            <p:cNvSpPr/>
            <p:nvPr/>
          </p:nvSpPr>
          <p:spPr bwMode="auto">
            <a:xfrm rot="0" flipH="0" flipV="0">
              <a:off x="0" y="0"/>
              <a:ext cx="11006582" cy="11006582"/>
            </a:xfrm>
            <a:custGeom>
              <a:avLst/>
              <a:gdLst/>
              <a:ahLst/>
              <a:cxnLst/>
              <a:rect l="l" t="t" r="r" b="b"/>
              <a:pathLst>
                <a:path w="11006582" h="11006582" fill="norm" stroke="1" extrusionOk="0">
                  <a:moveTo>
                    <a:pt x="16891" y="0"/>
                  </a:moveTo>
                  <a:lnTo>
                    <a:pt x="10989691" y="0"/>
                  </a:lnTo>
                  <a:cubicBezTo>
                    <a:pt x="10999089" y="0"/>
                    <a:pt x="11006582" y="7620"/>
                    <a:pt x="11006582" y="16891"/>
                  </a:cubicBezTo>
                  <a:lnTo>
                    <a:pt x="11006582" y="10989691"/>
                  </a:lnTo>
                  <a:cubicBezTo>
                    <a:pt x="11006582" y="10999089"/>
                    <a:pt x="10998962" y="11006582"/>
                    <a:pt x="10989691" y="11006582"/>
                  </a:cubicBezTo>
                  <a:lnTo>
                    <a:pt x="16891" y="11006582"/>
                  </a:lnTo>
                  <a:cubicBezTo>
                    <a:pt x="7493" y="11006582"/>
                    <a:pt x="0" y="10998962"/>
                    <a:pt x="0" y="10989691"/>
                  </a:cubicBezTo>
                  <a:lnTo>
                    <a:pt x="0" y="16891"/>
                  </a:lnTo>
                  <a:cubicBezTo>
                    <a:pt x="0" y="7620"/>
                    <a:pt x="7620" y="0"/>
                    <a:pt x="16891" y="0"/>
                  </a:cubicBezTo>
                  <a:moveTo>
                    <a:pt x="16891" y="33909"/>
                  </a:moveTo>
                  <a:lnTo>
                    <a:pt x="16891" y="16891"/>
                  </a:lnTo>
                  <a:lnTo>
                    <a:pt x="33909" y="16891"/>
                  </a:lnTo>
                  <a:lnTo>
                    <a:pt x="33909" y="10989691"/>
                  </a:lnTo>
                  <a:lnTo>
                    <a:pt x="16891" y="10989691"/>
                  </a:lnTo>
                  <a:lnTo>
                    <a:pt x="16891" y="10972800"/>
                  </a:lnTo>
                  <a:lnTo>
                    <a:pt x="10989691" y="10972800"/>
                  </a:lnTo>
                  <a:lnTo>
                    <a:pt x="10989691" y="10989691"/>
                  </a:lnTo>
                  <a:lnTo>
                    <a:pt x="10972800" y="10989691"/>
                  </a:lnTo>
                  <a:lnTo>
                    <a:pt x="10972800" y="16891"/>
                  </a:lnTo>
                  <a:lnTo>
                    <a:pt x="10989691" y="16891"/>
                  </a:lnTo>
                  <a:lnTo>
                    <a:pt x="10989691" y="33909"/>
                  </a:lnTo>
                  <a:lnTo>
                    <a:pt x="16891" y="33909"/>
                  </a:lnTo>
                  <a:close/>
                </a:path>
              </a:pathLst>
            </a:custGeom>
            <a:solidFill>
              <a:srgbClr val="E2E8F0"/>
            </a:solidFill>
          </p:spPr>
        </p:sp>
      </p:grpSp>
      <p:grpSp>
        <p:nvGrpSpPr>
          <p:cNvPr id="612464631" name="Group 11"/>
          <p:cNvGrpSpPr/>
          <p:nvPr/>
        </p:nvGrpSpPr>
        <p:grpSpPr bwMode="auto">
          <a:xfrm rot="0">
            <a:off x="535943" y="1633223"/>
            <a:ext cx="8255003" cy="848363"/>
            <a:chOff x="0" y="0"/>
            <a:chExt cx="11006671" cy="1131151"/>
          </a:xfrm>
        </p:grpSpPr>
        <p:sp>
          <p:nvSpPr>
            <p:cNvPr id="12" name="Freeform 12"/>
            <p:cNvSpPr/>
            <p:nvPr/>
          </p:nvSpPr>
          <p:spPr bwMode="auto">
            <a:xfrm rot="0" flipH="0" flipV="0">
              <a:off x="16891" y="16891"/>
              <a:ext cx="10972800" cy="1097280"/>
            </a:xfrm>
            <a:custGeom>
              <a:avLst/>
              <a:gdLst/>
              <a:ahLst/>
              <a:cxnLst/>
              <a:rect l="l" t="t" r="r" b="b"/>
              <a:pathLst>
                <a:path w="10972800" h="1097280" fill="norm" stroke="1" extrusionOk="0">
                  <a:moveTo>
                    <a:pt x="0" y="0"/>
                  </a:moveTo>
                  <a:lnTo>
                    <a:pt x="10972800" y="0"/>
                  </a:lnTo>
                  <a:lnTo>
                    <a:pt x="10972800" y="1097280"/>
                  </a:lnTo>
                  <a:lnTo>
                    <a:pt x="0" y="1097280"/>
                  </a:lnTo>
                  <a:close/>
                </a:path>
              </a:pathLst>
            </a:custGeom>
            <a:solidFill>
              <a:srgbClr val="0891B2"/>
            </a:solidFill>
          </p:spPr>
        </p:sp>
        <p:sp>
          <p:nvSpPr>
            <p:cNvPr id="13" name="Freeform 13"/>
            <p:cNvSpPr/>
            <p:nvPr/>
          </p:nvSpPr>
          <p:spPr bwMode="auto">
            <a:xfrm rot="0" flipH="0" flipV="0">
              <a:off x="0" y="0"/>
              <a:ext cx="11006582" cy="1131064"/>
            </a:xfrm>
            <a:custGeom>
              <a:avLst/>
              <a:gdLst/>
              <a:ahLst/>
              <a:cxnLst/>
              <a:rect l="l" t="t" r="r" b="b"/>
              <a:pathLst>
                <a:path w="11006582" h="1131064" fill="norm" stroke="1" extrusionOk="0">
                  <a:moveTo>
                    <a:pt x="16891" y="0"/>
                  </a:moveTo>
                  <a:lnTo>
                    <a:pt x="10989691" y="0"/>
                  </a:lnTo>
                  <a:cubicBezTo>
                    <a:pt x="10999089" y="0"/>
                    <a:pt x="11006582" y="7620"/>
                    <a:pt x="11006582" y="16891"/>
                  </a:cubicBezTo>
                  <a:lnTo>
                    <a:pt x="11006582" y="1114171"/>
                  </a:lnTo>
                  <a:cubicBezTo>
                    <a:pt x="11006582" y="1123569"/>
                    <a:pt x="10998962" y="1131062"/>
                    <a:pt x="1098969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10989691" y="1097280"/>
                  </a:lnTo>
                  <a:lnTo>
                    <a:pt x="10989691" y="1114171"/>
                  </a:lnTo>
                  <a:lnTo>
                    <a:pt x="10972800" y="1114171"/>
                  </a:lnTo>
                  <a:lnTo>
                    <a:pt x="10972800" y="16891"/>
                  </a:lnTo>
                  <a:lnTo>
                    <a:pt x="10989691" y="16891"/>
                  </a:lnTo>
                  <a:lnTo>
                    <a:pt x="10989691" y="33909"/>
                  </a:lnTo>
                  <a:lnTo>
                    <a:pt x="16891" y="33909"/>
                  </a:lnTo>
                  <a:close/>
                </a:path>
              </a:pathLst>
            </a:custGeom>
            <a:solidFill>
              <a:srgbClr val="0891B2"/>
            </a:solidFill>
          </p:spPr>
        </p:sp>
      </p:grpSp>
      <p:grpSp>
        <p:nvGrpSpPr>
          <p:cNvPr id="69257338" name="Group 14"/>
          <p:cNvGrpSpPr/>
          <p:nvPr/>
        </p:nvGrpSpPr>
        <p:grpSpPr bwMode="auto">
          <a:xfrm rot="0">
            <a:off x="548640" y="1645920"/>
            <a:ext cx="8229600" cy="822960"/>
            <a:chOff x="0" y="0"/>
            <a:chExt cx="10972800" cy="1097280"/>
          </a:xfrm>
        </p:grpSpPr>
        <p:sp>
          <p:nvSpPr>
            <p:cNvPr id="15" name="Freeform 15"/>
            <p:cNvSpPr/>
            <p:nvPr/>
          </p:nvSpPr>
          <p:spPr bwMode="auto">
            <a:xfrm rot="0" flipH="0" flipV="0">
              <a:off x="0" y="0"/>
              <a:ext cx="10972800" cy="1097280"/>
            </a:xfrm>
            <a:custGeom>
              <a:avLst/>
              <a:gdLst/>
              <a:ahLst/>
              <a:cxnLst/>
              <a:rect l="l" t="t" r="r" b="b"/>
              <a:pathLst>
                <a:path w="10972800" h="1097280" fill="norm" stroke="1" extrusionOk="0">
                  <a:moveTo>
                    <a:pt x="0" y="0"/>
                  </a:moveTo>
                  <a:lnTo>
                    <a:pt x="10972800" y="0"/>
                  </a:lnTo>
                  <a:lnTo>
                    <a:pt x="10972800" y="1097280"/>
                  </a:lnTo>
                  <a:lnTo>
                    <a:pt x="0" y="1097280"/>
                  </a:lnTo>
                  <a:close/>
                </a:path>
              </a:pathLst>
            </a:custGeom>
            <a:blipFill rotWithShape="1">
              <a:blip r:embed="rId3">
                <a:alphaModFix amt="0"/>
              </a:blip>
              <a:stretch>
                <a:fillRect l="0" t="-144850" r="0" b="-144850"/>
              </a:stretch>
            </a:blipFill>
          </p:spPr>
        </p:sp>
        <p:sp>
          <p:nvSpPr>
            <p:cNvPr id="16" name="TextBox 16"/>
            <p:cNvSpPr txBox="1"/>
            <p:nvPr/>
          </p:nvSpPr>
          <p:spPr bwMode="auto">
            <a:xfrm>
              <a:off x="0" y="-47625"/>
              <a:ext cx="10972800" cy="1144905"/>
            </a:xfrm>
            <a:prstGeom prst="rect">
              <a:avLst/>
            </a:prstGeom>
            <a:grpFill/>
          </p:spPr>
          <p:txBody>
            <a:bodyPr lIns="0" tIns="0" rIns="0" bIns="0" rtlCol="0" anchor="ctr"/>
            <a:lstStyle/>
            <a:p>
              <a:pPr algn="ctr">
                <a:lnSpc>
                  <a:spcPts val="3359"/>
                </a:lnSpc>
                <a:defRPr/>
              </a:pPr>
              <a:r>
                <a:rPr lang="en-US" sz="2800" b="1">
                  <a:solidFill>
                    <a:srgbClr val="FFFFFF"/>
                  </a:solidFill>
                  <a:latin typeface="Calibri (MS) Bold"/>
                  <a:ea typeface="Calibri (MS) Bold"/>
                  <a:cs typeface="Calibri (MS) Bold"/>
                </a:rPr>
                <a:t>🎯  Objectives</a:t>
              </a:r>
              <a:endParaRPr/>
            </a:p>
          </p:txBody>
        </p:sp>
      </p:grpSp>
      <p:grpSp>
        <p:nvGrpSpPr>
          <p:cNvPr id="1513605443" name="Group 17"/>
          <p:cNvGrpSpPr/>
          <p:nvPr/>
        </p:nvGrpSpPr>
        <p:grpSpPr bwMode="auto">
          <a:xfrm rot="0">
            <a:off x="914400" y="2743200"/>
            <a:ext cx="7498080" cy="6583680"/>
            <a:chOff x="0" y="0"/>
            <a:chExt cx="9997440" cy="8778240"/>
          </a:xfrm>
        </p:grpSpPr>
        <p:sp>
          <p:nvSpPr>
            <p:cNvPr id="18" name="Freeform 18"/>
            <p:cNvSpPr/>
            <p:nvPr/>
          </p:nvSpPr>
          <p:spPr bwMode="auto">
            <a:xfrm rot="0" flipH="0" flipV="0">
              <a:off x="0" y="0"/>
              <a:ext cx="9997440" cy="8778240"/>
            </a:xfrm>
            <a:custGeom>
              <a:avLst/>
              <a:gdLst/>
              <a:ahLst/>
              <a:cxnLst/>
              <a:rect l="l" t="t" r="r" b="b"/>
              <a:pathLst>
                <a:path w="9997440" h="8778240" fill="norm" stroke="1" extrusionOk="0">
                  <a:moveTo>
                    <a:pt x="0" y="0"/>
                  </a:moveTo>
                  <a:lnTo>
                    <a:pt x="9997440" y="0"/>
                  </a:lnTo>
                  <a:lnTo>
                    <a:pt x="9997440" y="8778240"/>
                  </a:lnTo>
                  <a:lnTo>
                    <a:pt x="0" y="8778240"/>
                  </a:lnTo>
                  <a:close/>
                </a:path>
              </a:pathLst>
            </a:custGeom>
            <a:blipFill rotWithShape="1">
              <a:blip r:embed="rId3">
                <a:alphaModFix amt="0"/>
              </a:blip>
              <a:stretch>
                <a:fillRect l="-62656" t="0" r="-62656" b="0"/>
              </a:stretch>
            </a:blipFill>
          </p:spPr>
        </p:sp>
        <p:sp>
          <p:nvSpPr>
            <p:cNvPr id="19" name="TextBox 19"/>
            <p:cNvSpPr txBox="1"/>
            <p:nvPr/>
          </p:nvSpPr>
          <p:spPr bwMode="auto">
            <a:xfrm>
              <a:off x="0" y="-38100"/>
              <a:ext cx="9997440" cy="8816340"/>
            </a:xfrm>
            <a:prstGeom prst="rect">
              <a:avLst/>
            </a:prstGeom>
            <a:grpFill/>
          </p:spPr>
          <p:txBody>
            <a:bodyPr lIns="0" tIns="0" rIns="0" bIns="0" rtlCol="0" anchor="ctr"/>
            <a:lstStyle/>
            <a:p>
              <a:pPr marL="579120" lvl="1" indent="-289560" algn="l">
                <a:lnSpc>
                  <a:spcPts val="2879"/>
                </a:lnSpc>
                <a:buFont typeface="Arial"/>
                <a:buChar char="•"/>
                <a:defRPr/>
              </a:pPr>
              <a:r>
                <a:rPr lang="en-US" sz="2400">
                  <a:solidFill>
                    <a:srgbClr val="0F172A"/>
                  </a:solidFill>
                  <a:latin typeface="Calibri (MS)"/>
                  <a:ea typeface="Calibri (MS)"/>
                  <a:cs typeface="Calibri (MS)"/>
                </a:rPr>
                <a:t>Build a web platform to report lost &amp; found items</a:t>
              </a:r>
              <a:endParaRPr/>
            </a:p>
            <a:p>
              <a:pPr marL="579120" lvl="1" indent="-289560" algn="l">
                <a:lnSpc>
                  <a:spcPts val="2879"/>
                </a:lnSpc>
                <a:buFont typeface="Arial"/>
                <a:buChar char="•"/>
                <a:defRPr/>
              </a:pPr>
              <a:r>
                <a:rPr lang="en-US" sz="2400">
                  <a:solidFill>
                    <a:srgbClr val="0F172A"/>
                  </a:solidFill>
                  <a:latin typeface="Calibri (MS)"/>
                  <a:ea typeface="Calibri (MS)"/>
                  <a:cs typeface="Calibri (MS)"/>
                </a:rPr>
                <a:t>Allow users to search for their missing belongings</a:t>
              </a:r>
              <a:endParaRPr/>
            </a:p>
            <a:p>
              <a:pPr marL="579120" lvl="1" indent="-289560" algn="l">
                <a:lnSpc>
                  <a:spcPts val="2879"/>
                </a:lnSpc>
                <a:buFont typeface="Arial"/>
                <a:buChar char="•"/>
                <a:defRPr/>
              </a:pPr>
              <a:r>
                <a:rPr lang="en-US" sz="2400">
                  <a:solidFill>
                    <a:srgbClr val="0F172A"/>
                  </a:solidFill>
                  <a:latin typeface="Calibri (MS)"/>
                  <a:ea typeface="Calibri (MS)"/>
                  <a:cs typeface="Calibri (MS)"/>
                </a:rPr>
                <a:t>Enable admin moderation for verified listings</a:t>
              </a:r>
              <a:endParaRPr/>
            </a:p>
            <a:p>
              <a:pPr marL="579120" lvl="1" indent="-289560" algn="l">
                <a:lnSpc>
                  <a:spcPts val="2879"/>
                </a:lnSpc>
                <a:buFont typeface="Arial"/>
                <a:buChar char="•"/>
                <a:defRPr/>
              </a:pPr>
              <a:r>
                <a:rPr lang="en-US" sz="2400">
                  <a:solidFill>
                    <a:srgbClr val="0F172A"/>
                  </a:solidFill>
                  <a:latin typeface="Calibri (MS)"/>
                  <a:ea typeface="Calibri (MS)"/>
                  <a:cs typeface="Calibri (MS)"/>
                </a:rPr>
                <a:t>Send automated notifications on item matches</a:t>
              </a:r>
              <a:endParaRPr/>
            </a:p>
            <a:p>
              <a:pPr marL="579120" lvl="1" indent="-289560" algn="l">
                <a:lnSpc>
                  <a:spcPts val="2879"/>
                </a:lnSpc>
                <a:buFont typeface="Arial"/>
                <a:buChar char="•"/>
                <a:defRPr/>
              </a:pPr>
              <a:r>
                <a:rPr lang="en-US" sz="2400">
                  <a:solidFill>
                    <a:srgbClr val="0F172A"/>
                  </a:solidFill>
                  <a:latin typeface="Calibri (MS)"/>
                  <a:ea typeface="Calibri (MS)"/>
                  <a:cs typeface="Calibri (MS)"/>
                </a:rPr>
                <a:t>Maintain a searchable item database</a:t>
              </a:r>
              <a:endParaRPr/>
            </a:p>
          </p:txBody>
        </p:sp>
      </p:grpSp>
      <p:grpSp>
        <p:nvGrpSpPr>
          <p:cNvPr id="1613846901" name="Group 20"/>
          <p:cNvGrpSpPr/>
          <p:nvPr/>
        </p:nvGrpSpPr>
        <p:grpSpPr bwMode="auto">
          <a:xfrm rot="0">
            <a:off x="9497063" y="1633223"/>
            <a:ext cx="8255003" cy="8255003"/>
            <a:chOff x="0" y="0"/>
            <a:chExt cx="11006671" cy="11006671"/>
          </a:xfrm>
        </p:grpSpPr>
        <p:sp>
          <p:nvSpPr>
            <p:cNvPr id="21" name="Freeform 21"/>
            <p:cNvSpPr/>
            <p:nvPr/>
          </p:nvSpPr>
          <p:spPr bwMode="auto">
            <a:xfrm rot="0" flipH="0" flipV="0">
              <a:off x="16891" y="16891"/>
              <a:ext cx="10972800" cy="10972800"/>
            </a:xfrm>
            <a:custGeom>
              <a:avLst/>
              <a:gdLst/>
              <a:ahLst/>
              <a:cxnLst/>
              <a:rect l="l" t="t" r="r" b="b"/>
              <a:pathLst>
                <a:path w="10972800" h="10972800" fill="norm" stroke="1" extrusionOk="0">
                  <a:moveTo>
                    <a:pt x="0" y="0"/>
                  </a:moveTo>
                  <a:lnTo>
                    <a:pt x="10972800" y="0"/>
                  </a:lnTo>
                  <a:lnTo>
                    <a:pt x="10972800" y="10972800"/>
                  </a:lnTo>
                  <a:lnTo>
                    <a:pt x="0" y="10972800"/>
                  </a:lnTo>
                  <a:close/>
                </a:path>
              </a:pathLst>
            </a:custGeom>
            <a:solidFill>
              <a:srgbClr val="FFFFFF"/>
            </a:solidFill>
          </p:spPr>
        </p:sp>
        <p:sp>
          <p:nvSpPr>
            <p:cNvPr id="22" name="Freeform 22"/>
            <p:cNvSpPr/>
            <p:nvPr/>
          </p:nvSpPr>
          <p:spPr bwMode="auto">
            <a:xfrm rot="0" flipH="0" flipV="0">
              <a:off x="0" y="0"/>
              <a:ext cx="11006582" cy="11006582"/>
            </a:xfrm>
            <a:custGeom>
              <a:avLst/>
              <a:gdLst/>
              <a:ahLst/>
              <a:cxnLst/>
              <a:rect l="l" t="t" r="r" b="b"/>
              <a:pathLst>
                <a:path w="11006582" h="11006582" fill="norm" stroke="1" extrusionOk="0">
                  <a:moveTo>
                    <a:pt x="16891" y="0"/>
                  </a:moveTo>
                  <a:lnTo>
                    <a:pt x="10989691" y="0"/>
                  </a:lnTo>
                  <a:cubicBezTo>
                    <a:pt x="10999089" y="0"/>
                    <a:pt x="11006582" y="7620"/>
                    <a:pt x="11006582" y="16891"/>
                  </a:cubicBezTo>
                  <a:lnTo>
                    <a:pt x="11006582" y="10989691"/>
                  </a:lnTo>
                  <a:cubicBezTo>
                    <a:pt x="11006582" y="10999089"/>
                    <a:pt x="10998962" y="11006582"/>
                    <a:pt x="10989691" y="11006582"/>
                  </a:cubicBezTo>
                  <a:lnTo>
                    <a:pt x="16891" y="11006582"/>
                  </a:lnTo>
                  <a:cubicBezTo>
                    <a:pt x="7493" y="11006582"/>
                    <a:pt x="0" y="10998962"/>
                    <a:pt x="0" y="10989691"/>
                  </a:cubicBezTo>
                  <a:lnTo>
                    <a:pt x="0" y="16891"/>
                  </a:lnTo>
                  <a:cubicBezTo>
                    <a:pt x="0" y="7620"/>
                    <a:pt x="7620" y="0"/>
                    <a:pt x="16891" y="0"/>
                  </a:cubicBezTo>
                  <a:moveTo>
                    <a:pt x="16891" y="33909"/>
                  </a:moveTo>
                  <a:lnTo>
                    <a:pt x="16891" y="16891"/>
                  </a:lnTo>
                  <a:lnTo>
                    <a:pt x="33909" y="16891"/>
                  </a:lnTo>
                  <a:lnTo>
                    <a:pt x="33909" y="10989691"/>
                  </a:lnTo>
                  <a:lnTo>
                    <a:pt x="16891" y="10989691"/>
                  </a:lnTo>
                  <a:lnTo>
                    <a:pt x="16891" y="10972800"/>
                  </a:lnTo>
                  <a:lnTo>
                    <a:pt x="10989691" y="10972800"/>
                  </a:lnTo>
                  <a:lnTo>
                    <a:pt x="10989691" y="10989691"/>
                  </a:lnTo>
                  <a:lnTo>
                    <a:pt x="10972800" y="10989691"/>
                  </a:lnTo>
                  <a:lnTo>
                    <a:pt x="10972800" y="16891"/>
                  </a:lnTo>
                  <a:lnTo>
                    <a:pt x="10989691" y="16891"/>
                  </a:lnTo>
                  <a:lnTo>
                    <a:pt x="10989691" y="33909"/>
                  </a:lnTo>
                  <a:lnTo>
                    <a:pt x="16891" y="33909"/>
                  </a:lnTo>
                  <a:close/>
                </a:path>
              </a:pathLst>
            </a:custGeom>
            <a:solidFill>
              <a:srgbClr val="E2E8F0"/>
            </a:solidFill>
          </p:spPr>
        </p:sp>
      </p:grpSp>
      <p:grpSp>
        <p:nvGrpSpPr>
          <p:cNvPr id="493837364" name="Group 23"/>
          <p:cNvGrpSpPr/>
          <p:nvPr/>
        </p:nvGrpSpPr>
        <p:grpSpPr bwMode="auto">
          <a:xfrm rot="0">
            <a:off x="9497063" y="1633223"/>
            <a:ext cx="8255003" cy="848363"/>
            <a:chOff x="0" y="0"/>
            <a:chExt cx="11006671" cy="1131151"/>
          </a:xfrm>
        </p:grpSpPr>
        <p:sp>
          <p:nvSpPr>
            <p:cNvPr id="24" name="Freeform 24"/>
            <p:cNvSpPr/>
            <p:nvPr/>
          </p:nvSpPr>
          <p:spPr bwMode="auto">
            <a:xfrm rot="0" flipH="0" flipV="0">
              <a:off x="16891" y="16891"/>
              <a:ext cx="10972800" cy="1097280"/>
            </a:xfrm>
            <a:custGeom>
              <a:avLst/>
              <a:gdLst/>
              <a:ahLst/>
              <a:cxnLst/>
              <a:rect l="l" t="t" r="r" b="b"/>
              <a:pathLst>
                <a:path w="10972800" h="1097280" fill="norm" stroke="1" extrusionOk="0">
                  <a:moveTo>
                    <a:pt x="0" y="0"/>
                  </a:moveTo>
                  <a:lnTo>
                    <a:pt x="10972800" y="0"/>
                  </a:lnTo>
                  <a:lnTo>
                    <a:pt x="10972800" y="1097280"/>
                  </a:lnTo>
                  <a:lnTo>
                    <a:pt x="0" y="1097280"/>
                  </a:lnTo>
                  <a:close/>
                </a:path>
              </a:pathLst>
            </a:custGeom>
            <a:solidFill>
              <a:srgbClr val="1A2E4A"/>
            </a:solidFill>
          </p:spPr>
        </p:sp>
        <p:sp>
          <p:nvSpPr>
            <p:cNvPr id="25" name="Freeform 25"/>
            <p:cNvSpPr/>
            <p:nvPr/>
          </p:nvSpPr>
          <p:spPr bwMode="auto">
            <a:xfrm rot="0" flipH="0" flipV="0">
              <a:off x="0" y="0"/>
              <a:ext cx="11006582" cy="1131064"/>
            </a:xfrm>
            <a:custGeom>
              <a:avLst/>
              <a:gdLst/>
              <a:ahLst/>
              <a:cxnLst/>
              <a:rect l="l" t="t" r="r" b="b"/>
              <a:pathLst>
                <a:path w="11006582" h="1131064" fill="norm" stroke="1" extrusionOk="0">
                  <a:moveTo>
                    <a:pt x="16891" y="0"/>
                  </a:moveTo>
                  <a:lnTo>
                    <a:pt x="10989691" y="0"/>
                  </a:lnTo>
                  <a:cubicBezTo>
                    <a:pt x="10999089" y="0"/>
                    <a:pt x="11006582" y="7620"/>
                    <a:pt x="11006582" y="16891"/>
                  </a:cubicBezTo>
                  <a:lnTo>
                    <a:pt x="11006582" y="1114171"/>
                  </a:lnTo>
                  <a:cubicBezTo>
                    <a:pt x="11006582" y="1123569"/>
                    <a:pt x="10998962" y="1131062"/>
                    <a:pt x="1098969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10989691" y="1097280"/>
                  </a:lnTo>
                  <a:lnTo>
                    <a:pt x="10989691" y="1114171"/>
                  </a:lnTo>
                  <a:lnTo>
                    <a:pt x="10972800" y="1114171"/>
                  </a:lnTo>
                  <a:lnTo>
                    <a:pt x="10972800" y="16891"/>
                  </a:lnTo>
                  <a:lnTo>
                    <a:pt x="10989691" y="16891"/>
                  </a:lnTo>
                  <a:lnTo>
                    <a:pt x="10989691" y="33909"/>
                  </a:lnTo>
                  <a:lnTo>
                    <a:pt x="16891" y="33909"/>
                  </a:lnTo>
                  <a:close/>
                </a:path>
              </a:pathLst>
            </a:custGeom>
            <a:solidFill>
              <a:srgbClr val="1A2E4A"/>
            </a:solidFill>
          </p:spPr>
        </p:sp>
      </p:grpSp>
      <p:grpSp>
        <p:nvGrpSpPr>
          <p:cNvPr id="2077024382" name="Group 26"/>
          <p:cNvGrpSpPr/>
          <p:nvPr/>
        </p:nvGrpSpPr>
        <p:grpSpPr bwMode="auto">
          <a:xfrm rot="0">
            <a:off x="9509760" y="1645920"/>
            <a:ext cx="8229600" cy="822960"/>
            <a:chOff x="0" y="0"/>
            <a:chExt cx="10972800" cy="1097280"/>
          </a:xfrm>
        </p:grpSpPr>
        <p:sp>
          <p:nvSpPr>
            <p:cNvPr id="27" name="Freeform 27"/>
            <p:cNvSpPr/>
            <p:nvPr/>
          </p:nvSpPr>
          <p:spPr bwMode="auto">
            <a:xfrm rot="0" flipH="0" flipV="0">
              <a:off x="0" y="0"/>
              <a:ext cx="10972800" cy="1097280"/>
            </a:xfrm>
            <a:custGeom>
              <a:avLst/>
              <a:gdLst/>
              <a:ahLst/>
              <a:cxnLst/>
              <a:rect l="l" t="t" r="r" b="b"/>
              <a:pathLst>
                <a:path w="10972800" h="1097280" fill="norm" stroke="1" extrusionOk="0">
                  <a:moveTo>
                    <a:pt x="0" y="0"/>
                  </a:moveTo>
                  <a:lnTo>
                    <a:pt x="10972800" y="0"/>
                  </a:lnTo>
                  <a:lnTo>
                    <a:pt x="10972800" y="1097280"/>
                  </a:lnTo>
                  <a:lnTo>
                    <a:pt x="0" y="1097280"/>
                  </a:lnTo>
                  <a:close/>
                </a:path>
              </a:pathLst>
            </a:custGeom>
            <a:blipFill rotWithShape="1">
              <a:blip r:embed="rId3">
                <a:alphaModFix amt="0"/>
              </a:blip>
              <a:stretch>
                <a:fillRect l="0" t="-144850" r="0" b="-144850"/>
              </a:stretch>
            </a:blipFill>
          </p:spPr>
        </p:sp>
        <p:sp>
          <p:nvSpPr>
            <p:cNvPr id="28" name="TextBox 28"/>
            <p:cNvSpPr txBox="1"/>
            <p:nvPr/>
          </p:nvSpPr>
          <p:spPr bwMode="auto">
            <a:xfrm>
              <a:off x="0" y="-47625"/>
              <a:ext cx="10972800" cy="1144905"/>
            </a:xfrm>
            <a:prstGeom prst="rect">
              <a:avLst/>
            </a:prstGeom>
            <a:grpFill/>
          </p:spPr>
          <p:txBody>
            <a:bodyPr lIns="0" tIns="0" rIns="0" bIns="0" rtlCol="0" anchor="ctr"/>
            <a:lstStyle/>
            <a:p>
              <a:pPr algn="ctr">
                <a:lnSpc>
                  <a:spcPts val="3359"/>
                </a:lnSpc>
                <a:defRPr/>
              </a:pPr>
              <a:r>
                <a:rPr lang="en-US" sz="2800" b="1">
                  <a:solidFill>
                    <a:srgbClr val="FFFFFF"/>
                  </a:solidFill>
                  <a:latin typeface="Calibri (MS) Bold"/>
                  <a:ea typeface="Calibri (MS) Bold"/>
                  <a:cs typeface="Calibri (MS) Bold"/>
                </a:rPr>
                <a:t>🌐  Scope</a:t>
              </a:r>
              <a:endParaRPr/>
            </a:p>
          </p:txBody>
        </p:sp>
      </p:grpSp>
      <p:grpSp>
        <p:nvGrpSpPr>
          <p:cNvPr id="1437608705" name="Group 29"/>
          <p:cNvGrpSpPr/>
          <p:nvPr/>
        </p:nvGrpSpPr>
        <p:grpSpPr bwMode="auto">
          <a:xfrm rot="0">
            <a:off x="9875520" y="2743200"/>
            <a:ext cx="7498080" cy="6583680"/>
            <a:chOff x="0" y="0"/>
            <a:chExt cx="9997440" cy="8778240"/>
          </a:xfrm>
        </p:grpSpPr>
        <p:sp>
          <p:nvSpPr>
            <p:cNvPr id="30" name="Freeform 30"/>
            <p:cNvSpPr/>
            <p:nvPr/>
          </p:nvSpPr>
          <p:spPr bwMode="auto">
            <a:xfrm rot="0" flipH="0" flipV="0">
              <a:off x="0" y="0"/>
              <a:ext cx="9997440" cy="8778240"/>
            </a:xfrm>
            <a:custGeom>
              <a:avLst/>
              <a:gdLst/>
              <a:ahLst/>
              <a:cxnLst/>
              <a:rect l="l" t="t" r="r" b="b"/>
              <a:pathLst>
                <a:path w="9997440" h="8778240" fill="norm" stroke="1" extrusionOk="0">
                  <a:moveTo>
                    <a:pt x="0" y="0"/>
                  </a:moveTo>
                  <a:lnTo>
                    <a:pt x="9997440" y="0"/>
                  </a:lnTo>
                  <a:lnTo>
                    <a:pt x="9997440" y="8778240"/>
                  </a:lnTo>
                  <a:lnTo>
                    <a:pt x="0" y="8778240"/>
                  </a:lnTo>
                  <a:close/>
                </a:path>
              </a:pathLst>
            </a:custGeom>
            <a:blipFill rotWithShape="1">
              <a:blip r:embed="rId3">
                <a:alphaModFix amt="0"/>
              </a:blip>
              <a:stretch>
                <a:fillRect l="-62656" t="0" r="-62656" b="0"/>
              </a:stretch>
            </a:blipFill>
          </p:spPr>
        </p:sp>
        <p:sp>
          <p:nvSpPr>
            <p:cNvPr id="31" name="TextBox 31"/>
            <p:cNvSpPr txBox="1"/>
            <p:nvPr/>
          </p:nvSpPr>
          <p:spPr bwMode="auto">
            <a:xfrm>
              <a:off x="0" y="-38100"/>
              <a:ext cx="9997440" cy="8816340"/>
            </a:xfrm>
            <a:prstGeom prst="rect">
              <a:avLst/>
            </a:prstGeom>
            <a:grpFill/>
          </p:spPr>
          <p:txBody>
            <a:bodyPr lIns="0" tIns="0" rIns="0" bIns="0" rtlCol="0" anchor="ctr"/>
            <a:lstStyle/>
            <a:p>
              <a:pPr marL="579120" lvl="1" indent="-289560" algn="l">
                <a:lnSpc>
                  <a:spcPts val="2879"/>
                </a:lnSpc>
                <a:buFont typeface="Arial"/>
                <a:buChar char="•"/>
                <a:defRPr/>
              </a:pPr>
              <a:r>
                <a:rPr lang="en-US" sz="2400">
                  <a:solidFill>
                    <a:srgbClr val="0F172A"/>
                  </a:solidFill>
                  <a:latin typeface="Calibri (MS)"/>
                  <a:ea typeface="Calibri (MS)"/>
                  <a:cs typeface="Calibri (MS)"/>
                </a:rPr>
                <a:t>College campuses &amp; institutions</a:t>
              </a:r>
              <a:endParaRPr/>
            </a:p>
            <a:p>
              <a:pPr marL="579120" lvl="1" indent="-289560" algn="l">
                <a:lnSpc>
                  <a:spcPts val="2879"/>
                </a:lnSpc>
                <a:buFont typeface="Arial"/>
                <a:buChar char="•"/>
                <a:defRPr/>
              </a:pPr>
              <a:r>
                <a:rPr lang="en-US" sz="2400">
                  <a:solidFill>
                    <a:srgbClr val="0F172A"/>
                  </a:solidFill>
                  <a:latin typeface="Calibri (MS)"/>
                  <a:ea typeface="Calibri (MS)"/>
                  <a:cs typeface="Calibri (MS)"/>
                </a:rPr>
                <a:t>Public transport (buses, trains)</a:t>
              </a:r>
              <a:endParaRPr/>
            </a:p>
            <a:p>
              <a:pPr marL="579120" lvl="1" indent="-289560" algn="l">
                <a:lnSpc>
                  <a:spcPts val="2879"/>
                </a:lnSpc>
                <a:buFont typeface="Arial"/>
                <a:buChar char="•"/>
                <a:defRPr/>
              </a:pPr>
              <a:r>
                <a:rPr lang="en-US" sz="2400">
                  <a:solidFill>
                    <a:srgbClr val="0F172A"/>
                  </a:solidFill>
                  <a:latin typeface="Calibri (MS)"/>
                  <a:ea typeface="Calibri (MS)"/>
                  <a:cs typeface="Calibri (MS)"/>
                </a:rPr>
                <a:t>Shopping malls &amp; markets</a:t>
              </a:r>
              <a:endParaRPr/>
            </a:p>
            <a:p>
              <a:pPr marL="579120" lvl="1" indent="-289560" algn="l">
                <a:lnSpc>
                  <a:spcPts val="2879"/>
                </a:lnSpc>
                <a:buFont typeface="Arial"/>
                <a:buChar char="•"/>
                <a:defRPr/>
              </a:pPr>
              <a:r>
                <a:rPr lang="en-US" sz="2400">
                  <a:solidFill>
                    <a:srgbClr val="0F172A"/>
                  </a:solidFill>
                  <a:latin typeface="Calibri (MS)"/>
                  <a:ea typeface="Calibri (MS)"/>
                  <a:cs typeface="Calibri (MS)"/>
                </a:rPr>
                <a:t>Scalable to city-wide deployment</a:t>
              </a:r>
              <a:endParaRPr/>
            </a:p>
            <a:p>
              <a:pPr marL="579120" lvl="1" indent="-289560" algn="l">
                <a:lnSpc>
                  <a:spcPts val="2879"/>
                </a:lnSpc>
                <a:buFont typeface="Arial"/>
                <a:buChar char="•"/>
                <a:defRPr/>
              </a:pPr>
              <a:r>
                <a:rPr lang="en-US" sz="2400">
                  <a:solidFill>
                    <a:srgbClr val="0F172A"/>
                  </a:solidFill>
                  <a:latin typeface="Calibri (MS)"/>
                  <a:ea typeface="Calibri (MS)"/>
                  <a:cs typeface="Calibri (MS)"/>
                </a:rPr>
                <a:t>Mobile-friendly responsive design</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0F9FF"/>
        </a:solidFill>
      </p:bgPr>
    </p:bg>
    <p:spTree>
      <p:nvGrpSpPr>
        <p:cNvPr id="1" name=""/>
        <p:cNvGrpSpPr/>
        <p:nvPr/>
      </p:nvGrpSpPr>
      <p:grpSpPr bwMode="auto">
        <a:xfrm>
          <a:off x="0" y="0"/>
          <a:ext cx="0" cy="0"/>
          <a:chOff x="0" y="0"/>
          <a:chExt cx="0" cy="0"/>
        </a:xfrm>
      </p:grpSpPr>
      <p:grpSp>
        <p:nvGrpSpPr>
          <p:cNvPr id="1507242055" name="Group 2"/>
          <p:cNvGrpSpPr/>
          <p:nvPr/>
        </p:nvGrpSpPr>
        <p:grpSpPr bwMode="auto">
          <a:xfrm rot="0">
            <a:off x="-12697" y="-12697"/>
            <a:ext cx="18313403" cy="1397003"/>
            <a:chOff x="0" y="0"/>
            <a:chExt cx="24417871" cy="1862671"/>
          </a:xfrm>
        </p:grpSpPr>
        <p:sp>
          <p:nvSpPr>
            <p:cNvPr id="3" name="Freeform 3"/>
            <p:cNvSpPr/>
            <p:nvPr/>
          </p:nvSpPr>
          <p:spPr bwMode="auto">
            <a:xfrm rot="0" flipH="0" flipV="0">
              <a:off x="16891" y="16891"/>
              <a:ext cx="24383999" cy="1828800"/>
            </a:xfrm>
            <a:custGeom>
              <a:avLst/>
              <a:gdLst/>
              <a:ahLst/>
              <a:cxnLst/>
              <a:rect l="l" t="t" r="r" b="b"/>
              <a:pathLst>
                <a:path w="24383999" h="1828800" fill="norm" stroke="1" extrusionOk="0">
                  <a:moveTo>
                    <a:pt x="0" y="0"/>
                  </a:moveTo>
                  <a:lnTo>
                    <a:pt x="24383999" y="0"/>
                  </a:lnTo>
                  <a:lnTo>
                    <a:pt x="24383999" y="1828800"/>
                  </a:lnTo>
                  <a:lnTo>
                    <a:pt x="0" y="1828800"/>
                  </a:lnTo>
                  <a:close/>
                </a:path>
              </a:pathLst>
            </a:custGeom>
            <a:solidFill>
              <a:srgbClr val="1A2E4A"/>
            </a:solidFill>
          </p:spPr>
        </p:sp>
        <p:sp>
          <p:nvSpPr>
            <p:cNvPr id="4" name="Freeform 4"/>
            <p:cNvSpPr/>
            <p:nvPr/>
          </p:nvSpPr>
          <p:spPr bwMode="auto">
            <a:xfrm rot="0" flipH="0" flipV="0">
              <a:off x="0" y="0"/>
              <a:ext cx="24417782" cy="1862582"/>
            </a:xfrm>
            <a:custGeom>
              <a:avLst/>
              <a:gdLst/>
              <a:ahLst/>
              <a:cxnLst/>
              <a:rect l="l" t="t" r="r" b="b"/>
              <a:pathLst>
                <a:path w="24417782" h="1862582" fill="norm" stroke="1" extrusionOk="0">
                  <a:moveTo>
                    <a:pt x="16891" y="0"/>
                  </a:moveTo>
                  <a:lnTo>
                    <a:pt x="24400890" y="0"/>
                  </a:lnTo>
                  <a:cubicBezTo>
                    <a:pt x="24410290" y="0"/>
                    <a:pt x="24417782" y="7620"/>
                    <a:pt x="24417782" y="16891"/>
                  </a:cubicBezTo>
                  <a:lnTo>
                    <a:pt x="24417782" y="1845691"/>
                  </a:lnTo>
                  <a:cubicBezTo>
                    <a:pt x="24417782" y="1855089"/>
                    <a:pt x="24410163" y="1862582"/>
                    <a:pt x="24400890"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4400890" y="1828800"/>
                  </a:lnTo>
                  <a:lnTo>
                    <a:pt x="24400890" y="1845691"/>
                  </a:lnTo>
                  <a:lnTo>
                    <a:pt x="24384000" y="1845691"/>
                  </a:lnTo>
                  <a:lnTo>
                    <a:pt x="24384000" y="16891"/>
                  </a:lnTo>
                  <a:lnTo>
                    <a:pt x="24400890" y="16891"/>
                  </a:lnTo>
                  <a:lnTo>
                    <a:pt x="24400890" y="33909"/>
                  </a:lnTo>
                  <a:lnTo>
                    <a:pt x="16891" y="33909"/>
                  </a:lnTo>
                  <a:close/>
                </a:path>
              </a:pathLst>
            </a:custGeom>
            <a:solidFill>
              <a:srgbClr val="1A2E4A"/>
            </a:solidFill>
          </p:spPr>
        </p:sp>
      </p:grpSp>
      <p:grpSp>
        <p:nvGrpSpPr>
          <p:cNvPr id="472072920" name="Group 5"/>
          <p:cNvGrpSpPr/>
          <p:nvPr/>
        </p:nvGrpSpPr>
        <p:grpSpPr bwMode="auto">
          <a:xfrm rot="0">
            <a:off x="731520" y="0"/>
            <a:ext cx="16824960" cy="1371600"/>
            <a:chOff x="0" y="0"/>
            <a:chExt cx="22433280" cy="1828800"/>
          </a:xfrm>
        </p:grpSpPr>
        <p:sp>
          <p:nvSpPr>
            <p:cNvPr id="6" name="Freeform 6"/>
            <p:cNvSpPr/>
            <p:nvPr/>
          </p:nvSpPr>
          <p:spPr bwMode="auto">
            <a:xfrm rot="0" flipH="0" flipV="0">
              <a:off x="0" y="0"/>
              <a:ext cx="22433280" cy="1828800"/>
            </a:xfrm>
            <a:custGeom>
              <a:avLst/>
              <a:gdLst/>
              <a:ahLst/>
              <a:cxnLst/>
              <a:rect l="l" t="t" r="r" b="b"/>
              <a:pathLst>
                <a:path w="22433280" h="1828800" fill="norm" stroke="1" extrusionOk="0">
                  <a:moveTo>
                    <a:pt x="0" y="0"/>
                  </a:moveTo>
                  <a:lnTo>
                    <a:pt x="22433280" y="0"/>
                  </a:lnTo>
                  <a:lnTo>
                    <a:pt x="22433280" y="1828800"/>
                  </a:lnTo>
                  <a:lnTo>
                    <a:pt x="0" y="1828800"/>
                  </a:lnTo>
                  <a:close/>
                </a:path>
              </a:pathLst>
            </a:custGeom>
            <a:blipFill rotWithShape="1">
              <a:blip r:embed="rId3">
                <a:alphaModFix amt="0"/>
              </a:blip>
              <a:stretch>
                <a:fillRect l="0" t="-189016" r="0" b="-189015"/>
              </a:stretch>
            </a:blipFill>
          </p:spPr>
        </p:sp>
        <p:sp>
          <p:nvSpPr>
            <p:cNvPr id="7" name="TextBox 7"/>
            <p:cNvSpPr txBox="1"/>
            <p:nvPr/>
          </p:nvSpPr>
          <p:spPr bwMode="auto">
            <a:xfrm>
              <a:off x="0" y="-76200"/>
              <a:ext cx="22433280" cy="1905000"/>
            </a:xfrm>
            <a:prstGeom prst="rect">
              <a:avLst/>
            </a:prstGeom>
            <a:grpFill/>
          </p:spPr>
          <p:txBody>
            <a:bodyPr lIns="0" tIns="0" rIns="0" bIns="0" rtlCol="0" anchor="ctr"/>
            <a:lstStyle/>
            <a:p>
              <a:pPr algn="l">
                <a:lnSpc>
                  <a:spcPts val="4800"/>
                </a:lnSpc>
                <a:defRPr/>
              </a:pPr>
              <a:r>
                <a:rPr lang="en-US" sz="4000" b="1">
                  <a:solidFill>
                    <a:srgbClr val="FFFFFF"/>
                  </a:solidFill>
                  <a:latin typeface="Calibri (MS) Bold"/>
                  <a:ea typeface="Calibri (MS) Bold"/>
                  <a:cs typeface="Calibri (MS) Bold"/>
                </a:rPr>
                <a:t>03  Literature Survey / Existing Systems</a:t>
              </a:r>
              <a:endParaRPr/>
            </a:p>
          </p:txBody>
        </p:sp>
      </p:grpSp>
      <p:grpSp>
        <p:nvGrpSpPr>
          <p:cNvPr id="34786990" name="Group 8"/>
          <p:cNvGrpSpPr/>
          <p:nvPr/>
        </p:nvGrpSpPr>
        <p:grpSpPr bwMode="auto">
          <a:xfrm rot="0">
            <a:off x="535943" y="1541783"/>
            <a:ext cx="17216123" cy="848363"/>
            <a:chOff x="0" y="0"/>
            <a:chExt cx="22954831" cy="1131151"/>
          </a:xfrm>
        </p:grpSpPr>
        <p:sp>
          <p:nvSpPr>
            <p:cNvPr id="9" name="Freeform 9"/>
            <p:cNvSpPr/>
            <p:nvPr/>
          </p:nvSpPr>
          <p:spPr bwMode="auto">
            <a:xfrm rot="0" flipH="0" flipV="0">
              <a:off x="16891" y="16891"/>
              <a:ext cx="22920960" cy="1097280"/>
            </a:xfrm>
            <a:custGeom>
              <a:avLst/>
              <a:gdLst/>
              <a:ahLst/>
              <a:cxnLst/>
              <a:rect l="l" t="t" r="r" b="b"/>
              <a:pathLst>
                <a:path w="22920960" h="1097280" fill="norm" stroke="1" extrusionOk="0">
                  <a:moveTo>
                    <a:pt x="0" y="0"/>
                  </a:moveTo>
                  <a:lnTo>
                    <a:pt x="22920960" y="0"/>
                  </a:lnTo>
                  <a:lnTo>
                    <a:pt x="22920960" y="1097280"/>
                  </a:lnTo>
                  <a:lnTo>
                    <a:pt x="0" y="1097280"/>
                  </a:lnTo>
                  <a:close/>
                </a:path>
              </a:pathLst>
            </a:custGeom>
            <a:solidFill>
              <a:srgbClr val="1A2E4A"/>
            </a:solidFill>
          </p:spPr>
        </p:sp>
        <p:sp>
          <p:nvSpPr>
            <p:cNvPr id="10" name="Freeform 10"/>
            <p:cNvSpPr/>
            <p:nvPr/>
          </p:nvSpPr>
          <p:spPr bwMode="auto">
            <a:xfrm rot="0" flipH="0" flipV="0">
              <a:off x="0" y="0"/>
              <a:ext cx="22954743" cy="1131064"/>
            </a:xfrm>
            <a:custGeom>
              <a:avLst/>
              <a:gdLst/>
              <a:ahLst/>
              <a:cxnLst/>
              <a:rect l="l" t="t" r="r" b="b"/>
              <a:pathLst>
                <a:path w="22954743" h="1131064" fill="norm" stroke="1" extrusionOk="0">
                  <a:moveTo>
                    <a:pt x="16891" y="0"/>
                  </a:moveTo>
                  <a:lnTo>
                    <a:pt x="22937851" y="0"/>
                  </a:lnTo>
                  <a:cubicBezTo>
                    <a:pt x="22947249" y="0"/>
                    <a:pt x="22954743" y="7620"/>
                    <a:pt x="22954743" y="16891"/>
                  </a:cubicBezTo>
                  <a:lnTo>
                    <a:pt x="22954743" y="1114171"/>
                  </a:lnTo>
                  <a:cubicBezTo>
                    <a:pt x="22954743" y="1123569"/>
                    <a:pt x="22947123" y="1131062"/>
                    <a:pt x="2293785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22937851" y="1097280"/>
                  </a:lnTo>
                  <a:lnTo>
                    <a:pt x="22937851" y="1114171"/>
                  </a:lnTo>
                  <a:lnTo>
                    <a:pt x="22920961" y="1114171"/>
                  </a:lnTo>
                  <a:lnTo>
                    <a:pt x="22920961" y="16891"/>
                  </a:lnTo>
                  <a:lnTo>
                    <a:pt x="22937851" y="16891"/>
                  </a:lnTo>
                  <a:lnTo>
                    <a:pt x="22937851" y="33909"/>
                  </a:lnTo>
                  <a:lnTo>
                    <a:pt x="16891" y="33909"/>
                  </a:lnTo>
                  <a:close/>
                </a:path>
              </a:pathLst>
            </a:custGeom>
            <a:solidFill>
              <a:srgbClr val="1A2E4A"/>
            </a:solidFill>
          </p:spPr>
        </p:sp>
      </p:grpSp>
      <p:grpSp>
        <p:nvGrpSpPr>
          <p:cNvPr id="1515045327" name="Group 11"/>
          <p:cNvGrpSpPr/>
          <p:nvPr/>
        </p:nvGrpSpPr>
        <p:grpSpPr bwMode="auto">
          <a:xfrm rot="0">
            <a:off x="731520" y="1554480"/>
            <a:ext cx="8229600" cy="822960"/>
            <a:chOff x="0" y="0"/>
            <a:chExt cx="10972800" cy="1097280"/>
          </a:xfrm>
        </p:grpSpPr>
        <p:sp>
          <p:nvSpPr>
            <p:cNvPr id="12" name="Freeform 12"/>
            <p:cNvSpPr/>
            <p:nvPr/>
          </p:nvSpPr>
          <p:spPr bwMode="auto">
            <a:xfrm rot="0" flipH="0" flipV="0">
              <a:off x="0" y="0"/>
              <a:ext cx="10972800" cy="1097280"/>
            </a:xfrm>
            <a:custGeom>
              <a:avLst/>
              <a:gdLst/>
              <a:ahLst/>
              <a:cxnLst/>
              <a:rect l="l" t="t" r="r" b="b"/>
              <a:pathLst>
                <a:path w="10972800" h="1097280" fill="norm" stroke="1" extrusionOk="0">
                  <a:moveTo>
                    <a:pt x="0" y="0"/>
                  </a:moveTo>
                  <a:lnTo>
                    <a:pt x="10972800" y="0"/>
                  </a:lnTo>
                  <a:lnTo>
                    <a:pt x="10972800" y="1097280"/>
                  </a:lnTo>
                  <a:lnTo>
                    <a:pt x="0" y="1097280"/>
                  </a:lnTo>
                  <a:close/>
                </a:path>
              </a:pathLst>
            </a:custGeom>
            <a:blipFill rotWithShape="1">
              <a:blip r:embed="rId3">
                <a:alphaModFix amt="0"/>
              </a:blip>
              <a:stretch>
                <a:fillRect l="0" t="-144850" r="0" b="-144850"/>
              </a:stretch>
            </a:blipFill>
          </p:spPr>
        </p:sp>
        <p:sp>
          <p:nvSpPr>
            <p:cNvPr id="13" name="TextBox 13"/>
            <p:cNvSpPr txBox="1"/>
            <p:nvPr/>
          </p:nvSpPr>
          <p:spPr bwMode="auto">
            <a:xfrm>
              <a:off x="0" y="-57150"/>
              <a:ext cx="10972800" cy="1154430"/>
            </a:xfrm>
            <a:prstGeom prst="rect">
              <a:avLst/>
            </a:prstGeom>
            <a:grpFill/>
          </p:spPr>
          <p:txBody>
            <a:bodyPr lIns="0" tIns="0" rIns="0" bIns="0" rtlCol="0" anchor="ctr"/>
            <a:lstStyle/>
            <a:p>
              <a:pPr algn="l">
                <a:lnSpc>
                  <a:spcPts val="3120"/>
                </a:lnSpc>
                <a:defRPr/>
              </a:pPr>
              <a:r>
                <a:rPr lang="en-US" sz="2600" b="1">
                  <a:solidFill>
                    <a:srgbClr val="FFFFFF"/>
                  </a:solidFill>
                  <a:latin typeface="Calibri (MS) Bold"/>
                  <a:ea typeface="Calibri (MS) Bold"/>
                  <a:cs typeface="Calibri (MS) Bold"/>
                </a:rPr>
                <a:t>System</a:t>
              </a:r>
              <a:endParaRPr/>
            </a:p>
          </p:txBody>
        </p:sp>
      </p:grpSp>
      <p:grpSp>
        <p:nvGrpSpPr>
          <p:cNvPr id="454808473" name="Group 14"/>
          <p:cNvGrpSpPr/>
          <p:nvPr/>
        </p:nvGrpSpPr>
        <p:grpSpPr bwMode="auto">
          <a:xfrm rot="0">
            <a:off x="8961120" y="1554480"/>
            <a:ext cx="4206240" cy="822960"/>
            <a:chOff x="0" y="0"/>
            <a:chExt cx="5608320" cy="1097280"/>
          </a:xfrm>
        </p:grpSpPr>
        <p:sp>
          <p:nvSpPr>
            <p:cNvPr id="15" name="Freeform 15"/>
            <p:cNvSpPr/>
            <p:nvPr/>
          </p:nvSpPr>
          <p:spPr bwMode="auto">
            <a:xfrm rot="0" flipH="0" flipV="0">
              <a:off x="0" y="0"/>
              <a:ext cx="5608320" cy="1097280"/>
            </a:xfrm>
            <a:custGeom>
              <a:avLst/>
              <a:gdLst/>
              <a:ahLst/>
              <a:cxnLst/>
              <a:rect l="l" t="t" r="r" b="b"/>
              <a:pathLst>
                <a:path w="5608320" h="1097280" fill="norm" stroke="1" extrusionOk="0">
                  <a:moveTo>
                    <a:pt x="0" y="0"/>
                  </a:moveTo>
                  <a:lnTo>
                    <a:pt x="5608320" y="0"/>
                  </a:lnTo>
                  <a:lnTo>
                    <a:pt x="5608320" y="1097280"/>
                  </a:lnTo>
                  <a:lnTo>
                    <a:pt x="0" y="1097280"/>
                  </a:lnTo>
                  <a:close/>
                </a:path>
              </a:pathLst>
            </a:custGeom>
            <a:blipFill rotWithShape="1">
              <a:blip r:embed="rId3">
                <a:alphaModFix amt="0"/>
              </a:blip>
              <a:stretch>
                <a:fillRect l="0" t="-49590" r="0" b="-49590"/>
              </a:stretch>
            </a:blipFill>
          </p:spPr>
        </p:sp>
        <p:sp>
          <p:nvSpPr>
            <p:cNvPr id="16" name="TextBox 16"/>
            <p:cNvSpPr txBox="1"/>
            <p:nvPr/>
          </p:nvSpPr>
          <p:spPr bwMode="auto">
            <a:xfrm>
              <a:off x="0" y="-57150"/>
              <a:ext cx="5608320" cy="1154430"/>
            </a:xfrm>
            <a:prstGeom prst="rect">
              <a:avLst/>
            </a:prstGeom>
            <a:grpFill/>
          </p:spPr>
          <p:txBody>
            <a:bodyPr lIns="0" tIns="0" rIns="0" bIns="0" rtlCol="0" anchor="ctr"/>
            <a:lstStyle/>
            <a:p>
              <a:pPr algn="l">
                <a:lnSpc>
                  <a:spcPts val="3120"/>
                </a:lnSpc>
                <a:defRPr/>
              </a:pPr>
              <a:r>
                <a:rPr lang="en-US" sz="2600" b="1">
                  <a:solidFill>
                    <a:srgbClr val="FFFFFF"/>
                  </a:solidFill>
                  <a:latin typeface="Calibri (MS) Bold"/>
                  <a:ea typeface="Calibri (MS) Bold"/>
                  <a:cs typeface="Calibri (MS) Bold"/>
                </a:rPr>
                <a:t>Strengths</a:t>
              </a:r>
              <a:endParaRPr/>
            </a:p>
          </p:txBody>
        </p:sp>
      </p:grpSp>
      <p:grpSp>
        <p:nvGrpSpPr>
          <p:cNvPr id="1960836283" name="Group 17"/>
          <p:cNvGrpSpPr/>
          <p:nvPr/>
        </p:nvGrpSpPr>
        <p:grpSpPr bwMode="auto">
          <a:xfrm rot="0">
            <a:off x="13167360" y="1554480"/>
            <a:ext cx="4389120" cy="822960"/>
            <a:chOff x="0" y="0"/>
            <a:chExt cx="5852160" cy="1097280"/>
          </a:xfrm>
        </p:grpSpPr>
        <p:sp>
          <p:nvSpPr>
            <p:cNvPr id="18" name="Freeform 18"/>
            <p:cNvSpPr/>
            <p:nvPr/>
          </p:nvSpPr>
          <p:spPr bwMode="auto">
            <a:xfrm rot="0" flipH="0" flipV="0">
              <a:off x="0" y="0"/>
              <a:ext cx="5852160" cy="1097280"/>
            </a:xfrm>
            <a:custGeom>
              <a:avLst/>
              <a:gdLst/>
              <a:ahLst/>
              <a:cxnLst/>
              <a:rect l="l" t="t" r="r" b="b"/>
              <a:pathLst>
                <a:path w="5852160" h="1097280" fill="norm" stroke="1" extrusionOk="0">
                  <a:moveTo>
                    <a:pt x="0" y="0"/>
                  </a:moveTo>
                  <a:lnTo>
                    <a:pt x="5852160" y="0"/>
                  </a:lnTo>
                  <a:lnTo>
                    <a:pt x="5852160" y="1097280"/>
                  </a:lnTo>
                  <a:lnTo>
                    <a:pt x="0" y="1097280"/>
                  </a:lnTo>
                  <a:close/>
                </a:path>
              </a:pathLst>
            </a:custGeom>
            <a:blipFill rotWithShape="1">
              <a:blip r:embed="rId3">
                <a:alphaModFix amt="0"/>
              </a:blip>
              <a:stretch>
                <a:fillRect l="0" t="-53920" r="0" b="-53920"/>
              </a:stretch>
            </a:blipFill>
          </p:spPr>
        </p:sp>
        <p:sp>
          <p:nvSpPr>
            <p:cNvPr id="19" name="TextBox 19"/>
            <p:cNvSpPr txBox="1"/>
            <p:nvPr/>
          </p:nvSpPr>
          <p:spPr bwMode="auto">
            <a:xfrm>
              <a:off x="0" y="-57150"/>
              <a:ext cx="5852160" cy="1154430"/>
            </a:xfrm>
            <a:prstGeom prst="rect">
              <a:avLst/>
            </a:prstGeom>
            <a:grpFill/>
          </p:spPr>
          <p:txBody>
            <a:bodyPr lIns="0" tIns="0" rIns="0" bIns="0" rtlCol="0" anchor="ctr"/>
            <a:lstStyle/>
            <a:p>
              <a:pPr algn="l">
                <a:lnSpc>
                  <a:spcPts val="3120"/>
                </a:lnSpc>
                <a:defRPr/>
              </a:pPr>
              <a:r>
                <a:rPr lang="en-US" sz="2600" b="1">
                  <a:solidFill>
                    <a:srgbClr val="FFFFFF"/>
                  </a:solidFill>
                  <a:latin typeface="Calibri (MS) Bold"/>
                  <a:ea typeface="Calibri (MS) Bold"/>
                  <a:cs typeface="Calibri (MS) Bold"/>
                </a:rPr>
                <a:t>Weaknesses</a:t>
              </a:r>
              <a:endParaRPr/>
            </a:p>
          </p:txBody>
        </p:sp>
      </p:grpSp>
      <p:grpSp>
        <p:nvGrpSpPr>
          <p:cNvPr id="6461309" name="Group 20"/>
          <p:cNvGrpSpPr/>
          <p:nvPr/>
        </p:nvGrpSpPr>
        <p:grpSpPr bwMode="auto">
          <a:xfrm rot="0">
            <a:off x="542287" y="2462527"/>
            <a:ext cx="17203417" cy="1201417"/>
            <a:chOff x="0" y="0"/>
            <a:chExt cx="22937889" cy="1601889"/>
          </a:xfrm>
        </p:grpSpPr>
        <p:sp>
          <p:nvSpPr>
            <p:cNvPr id="21" name="Freeform 21"/>
            <p:cNvSpPr/>
            <p:nvPr/>
          </p:nvSpPr>
          <p:spPr bwMode="auto">
            <a:xfrm rot="0" flipH="0" flipV="0">
              <a:off x="8509" y="8509"/>
              <a:ext cx="22920961" cy="1584960"/>
            </a:xfrm>
            <a:custGeom>
              <a:avLst/>
              <a:gdLst/>
              <a:ahLst/>
              <a:cxnLst/>
              <a:rect l="l" t="t" r="r" b="b"/>
              <a:pathLst>
                <a:path w="22920961" h="1584960" fill="norm" stroke="1" extrusionOk="0">
                  <a:moveTo>
                    <a:pt x="0" y="0"/>
                  </a:moveTo>
                  <a:lnTo>
                    <a:pt x="22920961" y="0"/>
                  </a:lnTo>
                  <a:lnTo>
                    <a:pt x="22920961" y="1584960"/>
                  </a:lnTo>
                  <a:lnTo>
                    <a:pt x="0" y="1584960"/>
                  </a:lnTo>
                  <a:close/>
                </a:path>
              </a:pathLst>
            </a:custGeom>
            <a:solidFill>
              <a:srgbClr val="FFFFFF"/>
            </a:solidFill>
          </p:spPr>
        </p:sp>
        <p:sp>
          <p:nvSpPr>
            <p:cNvPr id="22" name="Freeform 22"/>
            <p:cNvSpPr/>
            <p:nvPr/>
          </p:nvSpPr>
          <p:spPr bwMode="auto">
            <a:xfrm rot="0" flipH="0" flipV="0">
              <a:off x="0" y="0"/>
              <a:ext cx="22937978" cy="1601978"/>
            </a:xfrm>
            <a:custGeom>
              <a:avLst/>
              <a:gdLst/>
              <a:ahLst/>
              <a:cxnLst/>
              <a:rect l="l" t="t" r="r" b="b"/>
              <a:pathLst>
                <a:path w="22937978" h="1601978" fill="norm" stroke="1" extrusionOk="0">
                  <a:moveTo>
                    <a:pt x="8509" y="0"/>
                  </a:moveTo>
                  <a:lnTo>
                    <a:pt x="22929470" y="0"/>
                  </a:lnTo>
                  <a:cubicBezTo>
                    <a:pt x="22934169" y="0"/>
                    <a:pt x="22937978" y="3810"/>
                    <a:pt x="22937978" y="8509"/>
                  </a:cubicBezTo>
                  <a:lnTo>
                    <a:pt x="22937978" y="1593469"/>
                  </a:lnTo>
                  <a:cubicBezTo>
                    <a:pt x="22937978" y="1598168"/>
                    <a:pt x="22934169" y="1601978"/>
                    <a:pt x="22929470" y="1601978"/>
                  </a:cubicBezTo>
                  <a:lnTo>
                    <a:pt x="8509" y="1601978"/>
                  </a:lnTo>
                  <a:cubicBezTo>
                    <a:pt x="3810" y="1601978"/>
                    <a:pt x="0" y="1598168"/>
                    <a:pt x="0" y="1593469"/>
                  </a:cubicBezTo>
                  <a:lnTo>
                    <a:pt x="0" y="8509"/>
                  </a:lnTo>
                  <a:cubicBezTo>
                    <a:pt x="0" y="3810"/>
                    <a:pt x="3810" y="0"/>
                    <a:pt x="8509" y="0"/>
                  </a:cubicBezTo>
                  <a:moveTo>
                    <a:pt x="8509" y="16891"/>
                  </a:moveTo>
                  <a:lnTo>
                    <a:pt x="8509" y="8509"/>
                  </a:lnTo>
                  <a:lnTo>
                    <a:pt x="17018" y="8509"/>
                  </a:lnTo>
                  <a:lnTo>
                    <a:pt x="17018" y="1593469"/>
                  </a:lnTo>
                  <a:lnTo>
                    <a:pt x="8509" y="1593469"/>
                  </a:lnTo>
                  <a:lnTo>
                    <a:pt x="8509" y="1584960"/>
                  </a:lnTo>
                  <a:lnTo>
                    <a:pt x="22929470" y="1584960"/>
                  </a:lnTo>
                  <a:lnTo>
                    <a:pt x="22929470" y="1593469"/>
                  </a:lnTo>
                  <a:lnTo>
                    <a:pt x="22920961" y="1593469"/>
                  </a:lnTo>
                  <a:lnTo>
                    <a:pt x="22920961" y="8509"/>
                  </a:lnTo>
                  <a:lnTo>
                    <a:pt x="22929470" y="8509"/>
                  </a:lnTo>
                  <a:lnTo>
                    <a:pt x="22929470" y="17018"/>
                  </a:lnTo>
                  <a:lnTo>
                    <a:pt x="8509" y="17018"/>
                  </a:lnTo>
                  <a:close/>
                </a:path>
              </a:pathLst>
            </a:custGeom>
            <a:solidFill>
              <a:srgbClr val="E2E8F0"/>
            </a:solidFill>
          </p:spPr>
        </p:sp>
      </p:grpSp>
      <p:grpSp>
        <p:nvGrpSpPr>
          <p:cNvPr id="1213775817" name="Group 23"/>
          <p:cNvGrpSpPr/>
          <p:nvPr/>
        </p:nvGrpSpPr>
        <p:grpSpPr bwMode="auto">
          <a:xfrm rot="0">
            <a:off x="731520" y="2468880"/>
            <a:ext cx="8046720" cy="1188720"/>
            <a:chOff x="0" y="0"/>
            <a:chExt cx="10728960" cy="1584960"/>
          </a:xfrm>
        </p:grpSpPr>
        <p:sp>
          <p:nvSpPr>
            <p:cNvPr id="24" name="Freeform 24"/>
            <p:cNvSpPr/>
            <p:nvPr/>
          </p:nvSpPr>
          <p:spPr bwMode="auto">
            <a:xfrm rot="0" flipH="0" flipV="0">
              <a:off x="0" y="0"/>
              <a:ext cx="10728960" cy="1584960"/>
            </a:xfrm>
            <a:custGeom>
              <a:avLst/>
              <a:gdLst/>
              <a:ahLst/>
              <a:cxnLst/>
              <a:rect l="l" t="t" r="r" b="b"/>
              <a:pathLst>
                <a:path w="10728960" h="1584960" fill="norm" stroke="1" extrusionOk="0">
                  <a:moveTo>
                    <a:pt x="0" y="0"/>
                  </a:moveTo>
                  <a:lnTo>
                    <a:pt x="10728960" y="0"/>
                  </a:lnTo>
                  <a:lnTo>
                    <a:pt x="10728960" y="1584960"/>
                  </a:lnTo>
                  <a:lnTo>
                    <a:pt x="0" y="1584960"/>
                  </a:lnTo>
                  <a:close/>
                </a:path>
              </a:pathLst>
            </a:custGeom>
            <a:blipFill rotWithShape="1">
              <a:blip r:embed="rId3">
                <a:alphaModFix amt="0"/>
              </a:blip>
              <a:stretch>
                <a:fillRect l="0" t="-81898" r="0" b="-81898"/>
              </a:stretch>
            </a:blipFill>
          </p:spPr>
        </p:sp>
        <p:sp>
          <p:nvSpPr>
            <p:cNvPr id="25" name="TextBox 25"/>
            <p:cNvSpPr txBox="1"/>
            <p:nvPr/>
          </p:nvSpPr>
          <p:spPr bwMode="auto">
            <a:xfrm>
              <a:off x="0" y="-38100"/>
              <a:ext cx="10728960" cy="1623060"/>
            </a:xfrm>
            <a:prstGeom prst="rect">
              <a:avLst/>
            </a:prstGeom>
            <a:grpFill/>
          </p:spPr>
          <p:txBody>
            <a:bodyPr lIns="0" tIns="0" rIns="0" bIns="0" rtlCol="0" anchor="ctr"/>
            <a:lstStyle/>
            <a:p>
              <a:pPr algn="l">
                <a:lnSpc>
                  <a:spcPts val="2879"/>
                </a:lnSpc>
                <a:defRPr/>
              </a:pPr>
              <a:r>
                <a:rPr lang="en-US" sz="2400" b="1">
                  <a:solidFill>
                    <a:srgbClr val="0F172A"/>
                  </a:solidFill>
                  <a:latin typeface="Calibri (MS) Bold"/>
                  <a:ea typeface="Calibri (MS) Bold"/>
                  <a:cs typeface="Calibri (MS) Bold"/>
                </a:rPr>
                <a:t>Facebook Lost &amp; Found Groups</a:t>
              </a:r>
              <a:endParaRPr/>
            </a:p>
          </p:txBody>
        </p:sp>
      </p:grpSp>
      <p:grpSp>
        <p:nvGrpSpPr>
          <p:cNvPr id="575234753" name="Group 26"/>
          <p:cNvGrpSpPr/>
          <p:nvPr/>
        </p:nvGrpSpPr>
        <p:grpSpPr bwMode="auto">
          <a:xfrm rot="0">
            <a:off x="8869680" y="2468880"/>
            <a:ext cx="4206240" cy="1188720"/>
            <a:chOff x="0" y="0"/>
            <a:chExt cx="5608320" cy="1584960"/>
          </a:xfrm>
        </p:grpSpPr>
        <p:sp>
          <p:nvSpPr>
            <p:cNvPr id="27" name="Freeform 27"/>
            <p:cNvSpPr/>
            <p:nvPr/>
          </p:nvSpPr>
          <p:spPr bwMode="auto">
            <a:xfrm rot="0" flipH="0" flipV="0">
              <a:off x="0" y="0"/>
              <a:ext cx="5608320" cy="1584960"/>
            </a:xfrm>
            <a:custGeom>
              <a:avLst/>
              <a:gdLst/>
              <a:ahLst/>
              <a:cxnLst/>
              <a:rect l="l" t="t" r="r" b="b"/>
              <a:pathLst>
                <a:path w="5608320" h="1584960" fill="norm" stroke="1" extrusionOk="0">
                  <a:moveTo>
                    <a:pt x="0" y="0"/>
                  </a:moveTo>
                  <a:lnTo>
                    <a:pt x="5608320" y="0"/>
                  </a:lnTo>
                  <a:lnTo>
                    <a:pt x="5608320" y="1584960"/>
                  </a:lnTo>
                  <a:lnTo>
                    <a:pt x="0" y="1584960"/>
                  </a:lnTo>
                  <a:close/>
                </a:path>
              </a:pathLst>
            </a:custGeom>
            <a:blipFill rotWithShape="1">
              <a:blip r:embed="rId3">
                <a:alphaModFix amt="0"/>
              </a:blip>
              <a:stretch>
                <a:fillRect l="0" t="-18947" r="0" b="-18947"/>
              </a:stretch>
            </a:blipFill>
          </p:spPr>
        </p:sp>
        <p:sp>
          <p:nvSpPr>
            <p:cNvPr id="28" name="TextBox 28"/>
            <p:cNvSpPr txBox="1"/>
            <p:nvPr/>
          </p:nvSpPr>
          <p:spPr bwMode="auto">
            <a:xfrm>
              <a:off x="0" y="-47625"/>
              <a:ext cx="5608320" cy="1632585"/>
            </a:xfrm>
            <a:prstGeom prst="rect">
              <a:avLst/>
            </a:prstGeom>
            <a:grpFill/>
          </p:spPr>
          <p:txBody>
            <a:bodyPr lIns="0" tIns="0" rIns="0" bIns="0" rtlCol="0" anchor="ctr"/>
            <a:lstStyle/>
            <a:p>
              <a:pPr algn="l">
                <a:lnSpc>
                  <a:spcPts val="2640"/>
                </a:lnSpc>
                <a:defRPr/>
              </a:pPr>
              <a:r>
                <a:rPr lang="en-US" sz="2200">
                  <a:solidFill>
                    <a:srgbClr val="166534"/>
                  </a:solidFill>
                  <a:latin typeface="Calibri (MS)"/>
                  <a:ea typeface="Calibri (MS)"/>
                  <a:cs typeface="Calibri (MS)"/>
                </a:rPr>
                <a:t>✅ Large reach</a:t>
              </a:r>
              <a:endParaRPr/>
            </a:p>
          </p:txBody>
        </p:sp>
      </p:grpSp>
      <p:grpSp>
        <p:nvGrpSpPr>
          <p:cNvPr id="1976555991" name="Group 29"/>
          <p:cNvGrpSpPr/>
          <p:nvPr/>
        </p:nvGrpSpPr>
        <p:grpSpPr bwMode="auto">
          <a:xfrm rot="0">
            <a:off x="13075920" y="2468880"/>
            <a:ext cx="4572000" cy="1188720"/>
            <a:chOff x="0" y="0"/>
            <a:chExt cx="6096000" cy="1584960"/>
          </a:xfrm>
        </p:grpSpPr>
        <p:sp>
          <p:nvSpPr>
            <p:cNvPr id="30" name="Freeform 30"/>
            <p:cNvSpPr/>
            <p:nvPr/>
          </p:nvSpPr>
          <p:spPr bwMode="auto">
            <a:xfrm rot="0" flipH="0" flipV="0">
              <a:off x="0" y="0"/>
              <a:ext cx="6096000" cy="1584960"/>
            </a:xfrm>
            <a:custGeom>
              <a:avLst/>
              <a:gdLst/>
              <a:ahLst/>
              <a:cxnLst/>
              <a:rect l="l" t="t" r="r" b="b"/>
              <a:pathLst>
                <a:path w="6096000" h="1584960" fill="norm" stroke="1" extrusionOk="0">
                  <a:moveTo>
                    <a:pt x="0" y="0"/>
                  </a:moveTo>
                  <a:lnTo>
                    <a:pt x="6096000" y="0"/>
                  </a:lnTo>
                  <a:lnTo>
                    <a:pt x="6096000" y="1584960"/>
                  </a:lnTo>
                  <a:lnTo>
                    <a:pt x="0" y="1584960"/>
                  </a:lnTo>
                  <a:close/>
                </a:path>
              </a:pathLst>
            </a:custGeom>
            <a:blipFill rotWithShape="1">
              <a:blip r:embed="rId3">
                <a:alphaModFix amt="0"/>
              </a:blip>
              <a:stretch>
                <a:fillRect l="0" t="-24942" r="0" b="-24942"/>
              </a:stretch>
            </a:blipFill>
          </p:spPr>
        </p:sp>
        <p:sp>
          <p:nvSpPr>
            <p:cNvPr id="31" name="TextBox 31"/>
            <p:cNvSpPr txBox="1"/>
            <p:nvPr/>
          </p:nvSpPr>
          <p:spPr bwMode="auto">
            <a:xfrm>
              <a:off x="0" y="-47625"/>
              <a:ext cx="6096000" cy="1632585"/>
            </a:xfrm>
            <a:prstGeom prst="rect">
              <a:avLst/>
            </a:prstGeom>
            <a:grpFill/>
          </p:spPr>
          <p:txBody>
            <a:bodyPr lIns="0" tIns="0" rIns="0" bIns="0" rtlCol="0" anchor="ctr"/>
            <a:lstStyle/>
            <a:p>
              <a:pPr algn="l">
                <a:lnSpc>
                  <a:spcPts val="2640"/>
                </a:lnSpc>
                <a:defRPr/>
              </a:pPr>
              <a:r>
                <a:rPr lang="en-US" sz="2200">
                  <a:solidFill>
                    <a:srgbClr val="991B1B"/>
                  </a:solidFill>
                  <a:latin typeface="Calibri (MS)"/>
                  <a:ea typeface="Calibri (MS)"/>
                  <a:cs typeface="Calibri (MS)"/>
                </a:rPr>
                <a:t>❌ No structure, spam-heavy</a:t>
              </a:r>
              <a:endParaRPr/>
            </a:p>
          </p:txBody>
        </p:sp>
      </p:grpSp>
      <p:grpSp>
        <p:nvGrpSpPr>
          <p:cNvPr id="416203060" name="Group 32"/>
          <p:cNvGrpSpPr/>
          <p:nvPr/>
        </p:nvGrpSpPr>
        <p:grpSpPr bwMode="auto">
          <a:xfrm rot="0">
            <a:off x="542287" y="3779263"/>
            <a:ext cx="17203417" cy="1201417"/>
            <a:chOff x="0" y="0"/>
            <a:chExt cx="22937889" cy="1601889"/>
          </a:xfrm>
        </p:grpSpPr>
        <p:sp>
          <p:nvSpPr>
            <p:cNvPr id="33" name="Freeform 33"/>
            <p:cNvSpPr/>
            <p:nvPr/>
          </p:nvSpPr>
          <p:spPr bwMode="auto">
            <a:xfrm rot="0" flipH="0" flipV="0">
              <a:off x="8509" y="8509"/>
              <a:ext cx="22920961" cy="1584960"/>
            </a:xfrm>
            <a:custGeom>
              <a:avLst/>
              <a:gdLst/>
              <a:ahLst/>
              <a:cxnLst/>
              <a:rect l="l" t="t" r="r" b="b"/>
              <a:pathLst>
                <a:path w="22920961" h="1584960" fill="norm" stroke="1" extrusionOk="0">
                  <a:moveTo>
                    <a:pt x="0" y="0"/>
                  </a:moveTo>
                  <a:lnTo>
                    <a:pt x="22920961" y="0"/>
                  </a:lnTo>
                  <a:lnTo>
                    <a:pt x="22920961" y="1584960"/>
                  </a:lnTo>
                  <a:lnTo>
                    <a:pt x="0" y="1584960"/>
                  </a:lnTo>
                  <a:close/>
                </a:path>
              </a:pathLst>
            </a:custGeom>
            <a:solidFill>
              <a:srgbClr val="F8FAFC"/>
            </a:solidFill>
          </p:spPr>
        </p:sp>
        <p:sp>
          <p:nvSpPr>
            <p:cNvPr id="34" name="Freeform 34"/>
            <p:cNvSpPr/>
            <p:nvPr/>
          </p:nvSpPr>
          <p:spPr bwMode="auto">
            <a:xfrm rot="0" flipH="0" flipV="0">
              <a:off x="0" y="0"/>
              <a:ext cx="22937978" cy="1601978"/>
            </a:xfrm>
            <a:custGeom>
              <a:avLst/>
              <a:gdLst/>
              <a:ahLst/>
              <a:cxnLst/>
              <a:rect l="l" t="t" r="r" b="b"/>
              <a:pathLst>
                <a:path w="22937978" h="1601978" fill="norm" stroke="1" extrusionOk="0">
                  <a:moveTo>
                    <a:pt x="8509" y="0"/>
                  </a:moveTo>
                  <a:lnTo>
                    <a:pt x="22929470" y="0"/>
                  </a:lnTo>
                  <a:cubicBezTo>
                    <a:pt x="22934169" y="0"/>
                    <a:pt x="22937978" y="3810"/>
                    <a:pt x="22937978" y="8509"/>
                  </a:cubicBezTo>
                  <a:lnTo>
                    <a:pt x="22937978" y="1593469"/>
                  </a:lnTo>
                  <a:cubicBezTo>
                    <a:pt x="22937978" y="1598168"/>
                    <a:pt x="22934169" y="1601978"/>
                    <a:pt x="22929470" y="1601978"/>
                  </a:cubicBezTo>
                  <a:lnTo>
                    <a:pt x="8509" y="1601978"/>
                  </a:lnTo>
                  <a:cubicBezTo>
                    <a:pt x="3810" y="1601978"/>
                    <a:pt x="0" y="1598168"/>
                    <a:pt x="0" y="1593469"/>
                  </a:cubicBezTo>
                  <a:lnTo>
                    <a:pt x="0" y="8509"/>
                  </a:lnTo>
                  <a:cubicBezTo>
                    <a:pt x="0" y="3810"/>
                    <a:pt x="3810" y="0"/>
                    <a:pt x="8509" y="0"/>
                  </a:cubicBezTo>
                  <a:moveTo>
                    <a:pt x="8509" y="16891"/>
                  </a:moveTo>
                  <a:lnTo>
                    <a:pt x="8509" y="8509"/>
                  </a:lnTo>
                  <a:lnTo>
                    <a:pt x="17018" y="8509"/>
                  </a:lnTo>
                  <a:lnTo>
                    <a:pt x="17018" y="1593469"/>
                  </a:lnTo>
                  <a:lnTo>
                    <a:pt x="8509" y="1593469"/>
                  </a:lnTo>
                  <a:lnTo>
                    <a:pt x="8509" y="1584960"/>
                  </a:lnTo>
                  <a:lnTo>
                    <a:pt x="22929470" y="1584960"/>
                  </a:lnTo>
                  <a:lnTo>
                    <a:pt x="22929470" y="1593469"/>
                  </a:lnTo>
                  <a:lnTo>
                    <a:pt x="22920961" y="1593469"/>
                  </a:lnTo>
                  <a:lnTo>
                    <a:pt x="22920961" y="8509"/>
                  </a:lnTo>
                  <a:lnTo>
                    <a:pt x="22929470" y="8509"/>
                  </a:lnTo>
                  <a:lnTo>
                    <a:pt x="22929470" y="17018"/>
                  </a:lnTo>
                  <a:lnTo>
                    <a:pt x="8509" y="17018"/>
                  </a:lnTo>
                  <a:close/>
                </a:path>
              </a:pathLst>
            </a:custGeom>
            <a:solidFill>
              <a:srgbClr val="E2E8F0"/>
            </a:solidFill>
          </p:spPr>
        </p:sp>
      </p:grpSp>
      <p:grpSp>
        <p:nvGrpSpPr>
          <p:cNvPr id="971881543" name="Group 35"/>
          <p:cNvGrpSpPr/>
          <p:nvPr/>
        </p:nvGrpSpPr>
        <p:grpSpPr bwMode="auto">
          <a:xfrm rot="0">
            <a:off x="731520" y="3785616"/>
            <a:ext cx="8046720" cy="1188720"/>
            <a:chOff x="0" y="0"/>
            <a:chExt cx="10728960" cy="1584960"/>
          </a:xfrm>
        </p:grpSpPr>
        <p:sp>
          <p:nvSpPr>
            <p:cNvPr id="36" name="Freeform 36"/>
            <p:cNvSpPr/>
            <p:nvPr/>
          </p:nvSpPr>
          <p:spPr bwMode="auto">
            <a:xfrm rot="0" flipH="0" flipV="0">
              <a:off x="0" y="0"/>
              <a:ext cx="10728960" cy="1584960"/>
            </a:xfrm>
            <a:custGeom>
              <a:avLst/>
              <a:gdLst/>
              <a:ahLst/>
              <a:cxnLst/>
              <a:rect l="l" t="t" r="r" b="b"/>
              <a:pathLst>
                <a:path w="10728960" h="1584960" fill="norm" stroke="1" extrusionOk="0">
                  <a:moveTo>
                    <a:pt x="0" y="0"/>
                  </a:moveTo>
                  <a:lnTo>
                    <a:pt x="10728960" y="0"/>
                  </a:lnTo>
                  <a:lnTo>
                    <a:pt x="10728960" y="1584960"/>
                  </a:lnTo>
                  <a:lnTo>
                    <a:pt x="0" y="1584960"/>
                  </a:lnTo>
                  <a:close/>
                </a:path>
              </a:pathLst>
            </a:custGeom>
            <a:blipFill rotWithShape="1">
              <a:blip r:embed="rId3">
                <a:alphaModFix amt="0"/>
              </a:blip>
              <a:stretch>
                <a:fillRect l="0" t="-81898" r="0" b="-81898"/>
              </a:stretch>
            </a:blipFill>
          </p:spPr>
        </p:sp>
        <p:sp>
          <p:nvSpPr>
            <p:cNvPr id="37" name="TextBox 37"/>
            <p:cNvSpPr txBox="1"/>
            <p:nvPr/>
          </p:nvSpPr>
          <p:spPr bwMode="auto">
            <a:xfrm>
              <a:off x="0" y="-38100"/>
              <a:ext cx="10728960" cy="1623060"/>
            </a:xfrm>
            <a:prstGeom prst="rect">
              <a:avLst/>
            </a:prstGeom>
            <a:grpFill/>
          </p:spPr>
          <p:txBody>
            <a:bodyPr lIns="0" tIns="0" rIns="0" bIns="0" rtlCol="0" anchor="ctr"/>
            <a:lstStyle/>
            <a:p>
              <a:pPr algn="l">
                <a:lnSpc>
                  <a:spcPts val="2879"/>
                </a:lnSpc>
                <a:defRPr/>
              </a:pPr>
              <a:r>
                <a:rPr lang="en-US" sz="2400" b="1">
                  <a:solidFill>
                    <a:srgbClr val="0F172A"/>
                  </a:solidFill>
                  <a:latin typeface="Calibri (MS) Bold"/>
                  <a:ea typeface="Calibri (MS) Bold"/>
                  <a:cs typeface="Calibri (MS) Bold"/>
                </a:rPr>
                <a:t>College Notice Boards</a:t>
              </a:r>
              <a:endParaRPr/>
            </a:p>
          </p:txBody>
        </p:sp>
      </p:grpSp>
      <p:grpSp>
        <p:nvGrpSpPr>
          <p:cNvPr id="398132939" name="Group 38"/>
          <p:cNvGrpSpPr/>
          <p:nvPr/>
        </p:nvGrpSpPr>
        <p:grpSpPr bwMode="auto">
          <a:xfrm rot="0">
            <a:off x="8869680" y="3785616"/>
            <a:ext cx="4206240" cy="1188720"/>
            <a:chOff x="0" y="0"/>
            <a:chExt cx="5608320" cy="1584960"/>
          </a:xfrm>
        </p:grpSpPr>
        <p:sp>
          <p:nvSpPr>
            <p:cNvPr id="39" name="Freeform 39"/>
            <p:cNvSpPr/>
            <p:nvPr/>
          </p:nvSpPr>
          <p:spPr bwMode="auto">
            <a:xfrm rot="0" flipH="0" flipV="0">
              <a:off x="0" y="0"/>
              <a:ext cx="5608320" cy="1584960"/>
            </a:xfrm>
            <a:custGeom>
              <a:avLst/>
              <a:gdLst/>
              <a:ahLst/>
              <a:cxnLst/>
              <a:rect l="l" t="t" r="r" b="b"/>
              <a:pathLst>
                <a:path w="5608320" h="1584960" fill="norm" stroke="1" extrusionOk="0">
                  <a:moveTo>
                    <a:pt x="0" y="0"/>
                  </a:moveTo>
                  <a:lnTo>
                    <a:pt x="5608320" y="0"/>
                  </a:lnTo>
                  <a:lnTo>
                    <a:pt x="5608320" y="1584960"/>
                  </a:lnTo>
                  <a:lnTo>
                    <a:pt x="0" y="1584960"/>
                  </a:lnTo>
                  <a:close/>
                </a:path>
              </a:pathLst>
            </a:custGeom>
            <a:blipFill rotWithShape="1">
              <a:blip r:embed="rId3">
                <a:alphaModFix amt="0"/>
              </a:blip>
              <a:stretch>
                <a:fillRect l="0" t="-18947" r="0" b="-18947"/>
              </a:stretch>
            </a:blipFill>
          </p:spPr>
        </p:sp>
        <p:sp>
          <p:nvSpPr>
            <p:cNvPr id="40" name="TextBox 40"/>
            <p:cNvSpPr txBox="1"/>
            <p:nvPr/>
          </p:nvSpPr>
          <p:spPr bwMode="auto">
            <a:xfrm>
              <a:off x="0" y="-47625"/>
              <a:ext cx="5608320" cy="1632585"/>
            </a:xfrm>
            <a:prstGeom prst="rect">
              <a:avLst/>
            </a:prstGeom>
            <a:grpFill/>
          </p:spPr>
          <p:txBody>
            <a:bodyPr lIns="0" tIns="0" rIns="0" bIns="0" rtlCol="0" anchor="ctr"/>
            <a:lstStyle/>
            <a:p>
              <a:pPr algn="l">
                <a:lnSpc>
                  <a:spcPts val="2640"/>
                </a:lnSpc>
                <a:defRPr/>
              </a:pPr>
              <a:r>
                <a:rPr lang="en-US" sz="2200">
                  <a:solidFill>
                    <a:srgbClr val="166534"/>
                  </a:solidFill>
                  <a:latin typeface="Calibri (MS)"/>
                  <a:ea typeface="Calibri (MS)"/>
                  <a:cs typeface="Calibri (MS)"/>
                </a:rPr>
                <a:t>✅ Simple &amp; free</a:t>
              </a:r>
              <a:endParaRPr/>
            </a:p>
          </p:txBody>
        </p:sp>
      </p:grpSp>
      <p:grpSp>
        <p:nvGrpSpPr>
          <p:cNvPr id="102783105" name="Group 41"/>
          <p:cNvGrpSpPr/>
          <p:nvPr/>
        </p:nvGrpSpPr>
        <p:grpSpPr bwMode="auto">
          <a:xfrm rot="0">
            <a:off x="13075920" y="3785616"/>
            <a:ext cx="4572000" cy="1188720"/>
            <a:chOff x="0" y="0"/>
            <a:chExt cx="6096000" cy="1584960"/>
          </a:xfrm>
        </p:grpSpPr>
        <p:sp>
          <p:nvSpPr>
            <p:cNvPr id="42" name="Freeform 42"/>
            <p:cNvSpPr/>
            <p:nvPr/>
          </p:nvSpPr>
          <p:spPr bwMode="auto">
            <a:xfrm rot="0" flipH="0" flipV="0">
              <a:off x="0" y="0"/>
              <a:ext cx="6096000" cy="1584960"/>
            </a:xfrm>
            <a:custGeom>
              <a:avLst/>
              <a:gdLst/>
              <a:ahLst/>
              <a:cxnLst/>
              <a:rect l="l" t="t" r="r" b="b"/>
              <a:pathLst>
                <a:path w="6096000" h="1584960" fill="norm" stroke="1" extrusionOk="0">
                  <a:moveTo>
                    <a:pt x="0" y="0"/>
                  </a:moveTo>
                  <a:lnTo>
                    <a:pt x="6096000" y="0"/>
                  </a:lnTo>
                  <a:lnTo>
                    <a:pt x="6096000" y="1584960"/>
                  </a:lnTo>
                  <a:lnTo>
                    <a:pt x="0" y="1584960"/>
                  </a:lnTo>
                  <a:close/>
                </a:path>
              </a:pathLst>
            </a:custGeom>
            <a:blipFill rotWithShape="1">
              <a:blip r:embed="rId3">
                <a:alphaModFix amt="0"/>
              </a:blip>
              <a:stretch>
                <a:fillRect l="0" t="-24942" r="0" b="-24942"/>
              </a:stretch>
            </a:blipFill>
          </p:spPr>
        </p:sp>
        <p:sp>
          <p:nvSpPr>
            <p:cNvPr id="43" name="TextBox 43"/>
            <p:cNvSpPr txBox="1"/>
            <p:nvPr/>
          </p:nvSpPr>
          <p:spPr bwMode="auto">
            <a:xfrm>
              <a:off x="0" y="-47625"/>
              <a:ext cx="6096000" cy="1632585"/>
            </a:xfrm>
            <a:prstGeom prst="rect">
              <a:avLst/>
            </a:prstGeom>
            <a:grpFill/>
          </p:spPr>
          <p:txBody>
            <a:bodyPr lIns="0" tIns="0" rIns="0" bIns="0" rtlCol="0" anchor="ctr"/>
            <a:lstStyle/>
            <a:p>
              <a:pPr algn="l">
                <a:lnSpc>
                  <a:spcPts val="2640"/>
                </a:lnSpc>
                <a:defRPr/>
              </a:pPr>
              <a:r>
                <a:rPr lang="en-US" sz="2200">
                  <a:solidFill>
                    <a:srgbClr val="991B1B"/>
                  </a:solidFill>
                  <a:latin typeface="Calibri (MS)"/>
                  <a:ea typeface="Calibri (MS)"/>
                  <a:cs typeface="Calibri (MS)"/>
                </a:rPr>
                <a:t>❌ Physical, slow, limited reach</a:t>
              </a:r>
              <a:endParaRPr/>
            </a:p>
          </p:txBody>
        </p:sp>
      </p:grpSp>
      <p:grpSp>
        <p:nvGrpSpPr>
          <p:cNvPr id="1658134839" name="Group 44"/>
          <p:cNvGrpSpPr/>
          <p:nvPr/>
        </p:nvGrpSpPr>
        <p:grpSpPr bwMode="auto">
          <a:xfrm rot="0">
            <a:off x="542287" y="5095999"/>
            <a:ext cx="17203417" cy="1201417"/>
            <a:chOff x="0" y="0"/>
            <a:chExt cx="22937889" cy="1601889"/>
          </a:xfrm>
        </p:grpSpPr>
        <p:sp>
          <p:nvSpPr>
            <p:cNvPr id="45" name="Freeform 45"/>
            <p:cNvSpPr/>
            <p:nvPr/>
          </p:nvSpPr>
          <p:spPr bwMode="auto">
            <a:xfrm rot="0" flipH="0" flipV="0">
              <a:off x="8509" y="8509"/>
              <a:ext cx="22920961" cy="1584960"/>
            </a:xfrm>
            <a:custGeom>
              <a:avLst/>
              <a:gdLst/>
              <a:ahLst/>
              <a:cxnLst/>
              <a:rect l="l" t="t" r="r" b="b"/>
              <a:pathLst>
                <a:path w="22920961" h="1584960" fill="norm" stroke="1" extrusionOk="0">
                  <a:moveTo>
                    <a:pt x="0" y="0"/>
                  </a:moveTo>
                  <a:lnTo>
                    <a:pt x="22920961" y="0"/>
                  </a:lnTo>
                  <a:lnTo>
                    <a:pt x="22920961" y="1584960"/>
                  </a:lnTo>
                  <a:lnTo>
                    <a:pt x="0" y="1584960"/>
                  </a:lnTo>
                  <a:close/>
                </a:path>
              </a:pathLst>
            </a:custGeom>
            <a:solidFill>
              <a:srgbClr val="FFFFFF"/>
            </a:solidFill>
          </p:spPr>
        </p:sp>
        <p:sp>
          <p:nvSpPr>
            <p:cNvPr id="46" name="Freeform 46"/>
            <p:cNvSpPr/>
            <p:nvPr/>
          </p:nvSpPr>
          <p:spPr bwMode="auto">
            <a:xfrm rot="0" flipH="0" flipV="0">
              <a:off x="0" y="0"/>
              <a:ext cx="22937978" cy="1601978"/>
            </a:xfrm>
            <a:custGeom>
              <a:avLst/>
              <a:gdLst/>
              <a:ahLst/>
              <a:cxnLst/>
              <a:rect l="l" t="t" r="r" b="b"/>
              <a:pathLst>
                <a:path w="22937978" h="1601978" fill="norm" stroke="1" extrusionOk="0">
                  <a:moveTo>
                    <a:pt x="8509" y="0"/>
                  </a:moveTo>
                  <a:lnTo>
                    <a:pt x="22929470" y="0"/>
                  </a:lnTo>
                  <a:cubicBezTo>
                    <a:pt x="22934169" y="0"/>
                    <a:pt x="22937978" y="3810"/>
                    <a:pt x="22937978" y="8509"/>
                  </a:cubicBezTo>
                  <a:lnTo>
                    <a:pt x="22937978" y="1593469"/>
                  </a:lnTo>
                  <a:cubicBezTo>
                    <a:pt x="22937978" y="1598168"/>
                    <a:pt x="22934169" y="1601978"/>
                    <a:pt x="22929470" y="1601978"/>
                  </a:cubicBezTo>
                  <a:lnTo>
                    <a:pt x="8509" y="1601978"/>
                  </a:lnTo>
                  <a:cubicBezTo>
                    <a:pt x="3810" y="1601978"/>
                    <a:pt x="0" y="1598168"/>
                    <a:pt x="0" y="1593469"/>
                  </a:cubicBezTo>
                  <a:lnTo>
                    <a:pt x="0" y="8509"/>
                  </a:lnTo>
                  <a:cubicBezTo>
                    <a:pt x="0" y="3810"/>
                    <a:pt x="3810" y="0"/>
                    <a:pt x="8509" y="0"/>
                  </a:cubicBezTo>
                  <a:moveTo>
                    <a:pt x="8509" y="16891"/>
                  </a:moveTo>
                  <a:lnTo>
                    <a:pt x="8509" y="8509"/>
                  </a:lnTo>
                  <a:lnTo>
                    <a:pt x="17018" y="8509"/>
                  </a:lnTo>
                  <a:lnTo>
                    <a:pt x="17018" y="1593469"/>
                  </a:lnTo>
                  <a:lnTo>
                    <a:pt x="8509" y="1593469"/>
                  </a:lnTo>
                  <a:lnTo>
                    <a:pt x="8509" y="1584960"/>
                  </a:lnTo>
                  <a:lnTo>
                    <a:pt x="22929470" y="1584960"/>
                  </a:lnTo>
                  <a:lnTo>
                    <a:pt x="22929470" y="1593469"/>
                  </a:lnTo>
                  <a:lnTo>
                    <a:pt x="22920961" y="1593469"/>
                  </a:lnTo>
                  <a:lnTo>
                    <a:pt x="22920961" y="8509"/>
                  </a:lnTo>
                  <a:lnTo>
                    <a:pt x="22929470" y="8509"/>
                  </a:lnTo>
                  <a:lnTo>
                    <a:pt x="22929470" y="17018"/>
                  </a:lnTo>
                  <a:lnTo>
                    <a:pt x="8509" y="17018"/>
                  </a:lnTo>
                  <a:close/>
                </a:path>
              </a:pathLst>
            </a:custGeom>
            <a:solidFill>
              <a:srgbClr val="E2E8F0"/>
            </a:solidFill>
          </p:spPr>
        </p:sp>
      </p:grpSp>
      <p:grpSp>
        <p:nvGrpSpPr>
          <p:cNvPr id="1684352295" name="Group 47"/>
          <p:cNvGrpSpPr/>
          <p:nvPr/>
        </p:nvGrpSpPr>
        <p:grpSpPr bwMode="auto">
          <a:xfrm rot="0">
            <a:off x="731520" y="5102352"/>
            <a:ext cx="8046720" cy="1188720"/>
            <a:chOff x="0" y="0"/>
            <a:chExt cx="10728960" cy="1584960"/>
          </a:xfrm>
        </p:grpSpPr>
        <p:sp>
          <p:nvSpPr>
            <p:cNvPr id="48" name="Freeform 48"/>
            <p:cNvSpPr/>
            <p:nvPr/>
          </p:nvSpPr>
          <p:spPr bwMode="auto">
            <a:xfrm rot="0" flipH="0" flipV="0">
              <a:off x="0" y="0"/>
              <a:ext cx="10728960" cy="1584960"/>
            </a:xfrm>
            <a:custGeom>
              <a:avLst/>
              <a:gdLst/>
              <a:ahLst/>
              <a:cxnLst/>
              <a:rect l="l" t="t" r="r" b="b"/>
              <a:pathLst>
                <a:path w="10728960" h="1584960" fill="norm" stroke="1" extrusionOk="0">
                  <a:moveTo>
                    <a:pt x="0" y="0"/>
                  </a:moveTo>
                  <a:lnTo>
                    <a:pt x="10728960" y="0"/>
                  </a:lnTo>
                  <a:lnTo>
                    <a:pt x="10728960" y="1584960"/>
                  </a:lnTo>
                  <a:lnTo>
                    <a:pt x="0" y="1584960"/>
                  </a:lnTo>
                  <a:close/>
                </a:path>
              </a:pathLst>
            </a:custGeom>
            <a:blipFill rotWithShape="1">
              <a:blip r:embed="rId3">
                <a:alphaModFix amt="0"/>
              </a:blip>
              <a:stretch>
                <a:fillRect l="0" t="-81898" r="0" b="-81898"/>
              </a:stretch>
            </a:blipFill>
          </p:spPr>
        </p:sp>
        <p:sp>
          <p:nvSpPr>
            <p:cNvPr id="49" name="TextBox 49"/>
            <p:cNvSpPr txBox="1"/>
            <p:nvPr/>
          </p:nvSpPr>
          <p:spPr bwMode="auto">
            <a:xfrm>
              <a:off x="0" y="-38100"/>
              <a:ext cx="10728960" cy="1623060"/>
            </a:xfrm>
            <a:prstGeom prst="rect">
              <a:avLst/>
            </a:prstGeom>
            <a:grpFill/>
          </p:spPr>
          <p:txBody>
            <a:bodyPr lIns="0" tIns="0" rIns="0" bIns="0" rtlCol="0" anchor="ctr"/>
            <a:lstStyle/>
            <a:p>
              <a:pPr algn="l">
                <a:lnSpc>
                  <a:spcPts val="2879"/>
                </a:lnSpc>
                <a:defRPr/>
              </a:pPr>
              <a:r>
                <a:rPr lang="en-US" sz="2400" b="1">
                  <a:solidFill>
                    <a:srgbClr val="0F172A"/>
                  </a:solidFill>
                  <a:latin typeface="Calibri (MS) Bold"/>
                  <a:ea typeface="Calibri (MS) Bold"/>
                  <a:cs typeface="Calibri (MS) Bold"/>
                </a:rPr>
                <a:t>Craigslist / OLX</a:t>
              </a:r>
              <a:endParaRPr/>
            </a:p>
          </p:txBody>
        </p:sp>
      </p:grpSp>
      <p:grpSp>
        <p:nvGrpSpPr>
          <p:cNvPr id="1060997588" name="Group 50"/>
          <p:cNvGrpSpPr/>
          <p:nvPr/>
        </p:nvGrpSpPr>
        <p:grpSpPr bwMode="auto">
          <a:xfrm rot="0">
            <a:off x="8869680" y="5102352"/>
            <a:ext cx="4206240" cy="1188720"/>
            <a:chOff x="0" y="0"/>
            <a:chExt cx="5608320" cy="1584960"/>
          </a:xfrm>
        </p:grpSpPr>
        <p:sp>
          <p:nvSpPr>
            <p:cNvPr id="51" name="Freeform 51"/>
            <p:cNvSpPr/>
            <p:nvPr/>
          </p:nvSpPr>
          <p:spPr bwMode="auto">
            <a:xfrm rot="0" flipH="0" flipV="0">
              <a:off x="0" y="0"/>
              <a:ext cx="5608320" cy="1584960"/>
            </a:xfrm>
            <a:custGeom>
              <a:avLst/>
              <a:gdLst/>
              <a:ahLst/>
              <a:cxnLst/>
              <a:rect l="l" t="t" r="r" b="b"/>
              <a:pathLst>
                <a:path w="5608320" h="1584960" fill="norm" stroke="1" extrusionOk="0">
                  <a:moveTo>
                    <a:pt x="0" y="0"/>
                  </a:moveTo>
                  <a:lnTo>
                    <a:pt x="5608320" y="0"/>
                  </a:lnTo>
                  <a:lnTo>
                    <a:pt x="5608320" y="1584960"/>
                  </a:lnTo>
                  <a:lnTo>
                    <a:pt x="0" y="1584960"/>
                  </a:lnTo>
                  <a:close/>
                </a:path>
              </a:pathLst>
            </a:custGeom>
            <a:blipFill rotWithShape="1">
              <a:blip r:embed="rId3">
                <a:alphaModFix amt="0"/>
              </a:blip>
              <a:stretch>
                <a:fillRect l="0" t="-18947" r="0" b="-18947"/>
              </a:stretch>
            </a:blipFill>
          </p:spPr>
        </p:sp>
        <p:sp>
          <p:nvSpPr>
            <p:cNvPr id="52" name="TextBox 52"/>
            <p:cNvSpPr txBox="1"/>
            <p:nvPr/>
          </p:nvSpPr>
          <p:spPr bwMode="auto">
            <a:xfrm>
              <a:off x="0" y="-47625"/>
              <a:ext cx="5608320" cy="1632585"/>
            </a:xfrm>
            <a:prstGeom prst="rect">
              <a:avLst/>
            </a:prstGeom>
            <a:grpFill/>
          </p:spPr>
          <p:txBody>
            <a:bodyPr lIns="0" tIns="0" rIns="0" bIns="0" rtlCol="0" anchor="ctr"/>
            <a:lstStyle/>
            <a:p>
              <a:pPr algn="l">
                <a:lnSpc>
                  <a:spcPts val="2640"/>
                </a:lnSpc>
                <a:defRPr/>
              </a:pPr>
              <a:r>
                <a:rPr lang="en-US" sz="2200">
                  <a:solidFill>
                    <a:srgbClr val="166534"/>
                  </a:solidFill>
                  <a:latin typeface="Calibri (MS)"/>
                  <a:ea typeface="Calibri (MS)"/>
                  <a:cs typeface="Calibri (MS)"/>
                </a:rPr>
                <a:t>✅ Wide platform</a:t>
              </a:r>
              <a:endParaRPr/>
            </a:p>
          </p:txBody>
        </p:sp>
      </p:grpSp>
      <p:grpSp>
        <p:nvGrpSpPr>
          <p:cNvPr id="1309289906" name="Group 53"/>
          <p:cNvGrpSpPr/>
          <p:nvPr/>
        </p:nvGrpSpPr>
        <p:grpSpPr bwMode="auto">
          <a:xfrm rot="0">
            <a:off x="13075920" y="5102352"/>
            <a:ext cx="4572000" cy="1188720"/>
            <a:chOff x="0" y="0"/>
            <a:chExt cx="6096000" cy="1584960"/>
          </a:xfrm>
        </p:grpSpPr>
        <p:sp>
          <p:nvSpPr>
            <p:cNvPr id="54" name="Freeform 54"/>
            <p:cNvSpPr/>
            <p:nvPr/>
          </p:nvSpPr>
          <p:spPr bwMode="auto">
            <a:xfrm rot="0" flipH="0" flipV="0">
              <a:off x="0" y="0"/>
              <a:ext cx="6096000" cy="1584960"/>
            </a:xfrm>
            <a:custGeom>
              <a:avLst/>
              <a:gdLst/>
              <a:ahLst/>
              <a:cxnLst/>
              <a:rect l="l" t="t" r="r" b="b"/>
              <a:pathLst>
                <a:path w="6096000" h="1584960" fill="norm" stroke="1" extrusionOk="0">
                  <a:moveTo>
                    <a:pt x="0" y="0"/>
                  </a:moveTo>
                  <a:lnTo>
                    <a:pt x="6096000" y="0"/>
                  </a:lnTo>
                  <a:lnTo>
                    <a:pt x="6096000" y="1584960"/>
                  </a:lnTo>
                  <a:lnTo>
                    <a:pt x="0" y="1584960"/>
                  </a:lnTo>
                  <a:close/>
                </a:path>
              </a:pathLst>
            </a:custGeom>
            <a:blipFill rotWithShape="1">
              <a:blip r:embed="rId3">
                <a:alphaModFix amt="0"/>
              </a:blip>
              <a:stretch>
                <a:fillRect l="0" t="-24942" r="0" b="-24942"/>
              </a:stretch>
            </a:blipFill>
          </p:spPr>
        </p:sp>
        <p:sp>
          <p:nvSpPr>
            <p:cNvPr id="55" name="TextBox 55"/>
            <p:cNvSpPr txBox="1"/>
            <p:nvPr/>
          </p:nvSpPr>
          <p:spPr bwMode="auto">
            <a:xfrm>
              <a:off x="0" y="-47625"/>
              <a:ext cx="6096000" cy="1632585"/>
            </a:xfrm>
            <a:prstGeom prst="rect">
              <a:avLst/>
            </a:prstGeom>
            <a:grpFill/>
          </p:spPr>
          <p:txBody>
            <a:bodyPr lIns="0" tIns="0" rIns="0" bIns="0" rtlCol="0" anchor="ctr"/>
            <a:lstStyle/>
            <a:p>
              <a:pPr algn="l">
                <a:lnSpc>
                  <a:spcPts val="2640"/>
                </a:lnSpc>
                <a:defRPr/>
              </a:pPr>
              <a:r>
                <a:rPr lang="en-US" sz="2200">
                  <a:solidFill>
                    <a:srgbClr val="991B1B"/>
                  </a:solidFill>
                  <a:latin typeface="Calibri (MS)"/>
                  <a:ea typeface="Calibri (MS)"/>
                  <a:cs typeface="Calibri (MS)"/>
                </a:rPr>
                <a:t>❌ Not purpose-built for L&amp;F</a:t>
              </a:r>
              <a:endParaRPr/>
            </a:p>
          </p:txBody>
        </p:sp>
      </p:grpSp>
      <p:grpSp>
        <p:nvGrpSpPr>
          <p:cNvPr id="345651522" name="Group 56"/>
          <p:cNvGrpSpPr/>
          <p:nvPr/>
        </p:nvGrpSpPr>
        <p:grpSpPr bwMode="auto">
          <a:xfrm rot="0">
            <a:off x="542287" y="6412735"/>
            <a:ext cx="17203417" cy="1201417"/>
            <a:chOff x="0" y="0"/>
            <a:chExt cx="22937889" cy="1601889"/>
          </a:xfrm>
        </p:grpSpPr>
        <p:sp>
          <p:nvSpPr>
            <p:cNvPr id="57" name="Freeform 57"/>
            <p:cNvSpPr/>
            <p:nvPr/>
          </p:nvSpPr>
          <p:spPr bwMode="auto">
            <a:xfrm rot="0" flipH="0" flipV="0">
              <a:off x="8509" y="8509"/>
              <a:ext cx="22920961" cy="1584960"/>
            </a:xfrm>
            <a:custGeom>
              <a:avLst/>
              <a:gdLst/>
              <a:ahLst/>
              <a:cxnLst/>
              <a:rect l="l" t="t" r="r" b="b"/>
              <a:pathLst>
                <a:path w="22920961" h="1584960" fill="norm" stroke="1" extrusionOk="0">
                  <a:moveTo>
                    <a:pt x="0" y="0"/>
                  </a:moveTo>
                  <a:lnTo>
                    <a:pt x="22920961" y="0"/>
                  </a:lnTo>
                  <a:lnTo>
                    <a:pt x="22920961" y="1584960"/>
                  </a:lnTo>
                  <a:lnTo>
                    <a:pt x="0" y="1584960"/>
                  </a:lnTo>
                  <a:close/>
                </a:path>
              </a:pathLst>
            </a:custGeom>
            <a:solidFill>
              <a:srgbClr val="F8FAFC"/>
            </a:solidFill>
          </p:spPr>
        </p:sp>
        <p:sp>
          <p:nvSpPr>
            <p:cNvPr id="58" name="Freeform 58"/>
            <p:cNvSpPr/>
            <p:nvPr/>
          </p:nvSpPr>
          <p:spPr bwMode="auto">
            <a:xfrm rot="0" flipH="0" flipV="0">
              <a:off x="0" y="0"/>
              <a:ext cx="22937978" cy="1601978"/>
            </a:xfrm>
            <a:custGeom>
              <a:avLst/>
              <a:gdLst/>
              <a:ahLst/>
              <a:cxnLst/>
              <a:rect l="l" t="t" r="r" b="b"/>
              <a:pathLst>
                <a:path w="22937978" h="1601978" fill="norm" stroke="1" extrusionOk="0">
                  <a:moveTo>
                    <a:pt x="8509" y="0"/>
                  </a:moveTo>
                  <a:lnTo>
                    <a:pt x="22929470" y="0"/>
                  </a:lnTo>
                  <a:cubicBezTo>
                    <a:pt x="22934169" y="0"/>
                    <a:pt x="22937978" y="3810"/>
                    <a:pt x="22937978" y="8509"/>
                  </a:cubicBezTo>
                  <a:lnTo>
                    <a:pt x="22937978" y="1593469"/>
                  </a:lnTo>
                  <a:cubicBezTo>
                    <a:pt x="22937978" y="1598168"/>
                    <a:pt x="22934169" y="1601978"/>
                    <a:pt x="22929470" y="1601978"/>
                  </a:cubicBezTo>
                  <a:lnTo>
                    <a:pt x="8509" y="1601978"/>
                  </a:lnTo>
                  <a:cubicBezTo>
                    <a:pt x="3810" y="1601978"/>
                    <a:pt x="0" y="1598168"/>
                    <a:pt x="0" y="1593469"/>
                  </a:cubicBezTo>
                  <a:lnTo>
                    <a:pt x="0" y="8509"/>
                  </a:lnTo>
                  <a:cubicBezTo>
                    <a:pt x="0" y="3810"/>
                    <a:pt x="3810" y="0"/>
                    <a:pt x="8509" y="0"/>
                  </a:cubicBezTo>
                  <a:moveTo>
                    <a:pt x="8509" y="16891"/>
                  </a:moveTo>
                  <a:lnTo>
                    <a:pt x="8509" y="8509"/>
                  </a:lnTo>
                  <a:lnTo>
                    <a:pt x="17018" y="8509"/>
                  </a:lnTo>
                  <a:lnTo>
                    <a:pt x="17018" y="1593469"/>
                  </a:lnTo>
                  <a:lnTo>
                    <a:pt x="8509" y="1593469"/>
                  </a:lnTo>
                  <a:lnTo>
                    <a:pt x="8509" y="1584960"/>
                  </a:lnTo>
                  <a:lnTo>
                    <a:pt x="22929470" y="1584960"/>
                  </a:lnTo>
                  <a:lnTo>
                    <a:pt x="22929470" y="1593469"/>
                  </a:lnTo>
                  <a:lnTo>
                    <a:pt x="22920961" y="1593469"/>
                  </a:lnTo>
                  <a:lnTo>
                    <a:pt x="22920961" y="8509"/>
                  </a:lnTo>
                  <a:lnTo>
                    <a:pt x="22929470" y="8509"/>
                  </a:lnTo>
                  <a:lnTo>
                    <a:pt x="22929470" y="17018"/>
                  </a:lnTo>
                  <a:lnTo>
                    <a:pt x="8509" y="17018"/>
                  </a:lnTo>
                  <a:close/>
                </a:path>
              </a:pathLst>
            </a:custGeom>
            <a:solidFill>
              <a:srgbClr val="E2E8F0"/>
            </a:solidFill>
          </p:spPr>
        </p:sp>
      </p:grpSp>
      <p:grpSp>
        <p:nvGrpSpPr>
          <p:cNvPr id="1755098857" name="Group 59"/>
          <p:cNvGrpSpPr/>
          <p:nvPr/>
        </p:nvGrpSpPr>
        <p:grpSpPr bwMode="auto">
          <a:xfrm rot="0">
            <a:off x="731520" y="6419088"/>
            <a:ext cx="8046720" cy="1188720"/>
            <a:chOff x="0" y="0"/>
            <a:chExt cx="10728960" cy="1584960"/>
          </a:xfrm>
        </p:grpSpPr>
        <p:sp>
          <p:nvSpPr>
            <p:cNvPr id="60" name="Freeform 60"/>
            <p:cNvSpPr/>
            <p:nvPr/>
          </p:nvSpPr>
          <p:spPr bwMode="auto">
            <a:xfrm rot="0" flipH="0" flipV="0">
              <a:off x="0" y="0"/>
              <a:ext cx="10728960" cy="1584960"/>
            </a:xfrm>
            <a:custGeom>
              <a:avLst/>
              <a:gdLst/>
              <a:ahLst/>
              <a:cxnLst/>
              <a:rect l="l" t="t" r="r" b="b"/>
              <a:pathLst>
                <a:path w="10728960" h="1584960" fill="norm" stroke="1" extrusionOk="0">
                  <a:moveTo>
                    <a:pt x="0" y="0"/>
                  </a:moveTo>
                  <a:lnTo>
                    <a:pt x="10728960" y="0"/>
                  </a:lnTo>
                  <a:lnTo>
                    <a:pt x="10728960" y="1584960"/>
                  </a:lnTo>
                  <a:lnTo>
                    <a:pt x="0" y="1584960"/>
                  </a:lnTo>
                  <a:close/>
                </a:path>
              </a:pathLst>
            </a:custGeom>
            <a:blipFill rotWithShape="1">
              <a:blip r:embed="rId3">
                <a:alphaModFix amt="0"/>
              </a:blip>
              <a:stretch>
                <a:fillRect l="0" t="-81898" r="0" b="-81898"/>
              </a:stretch>
            </a:blipFill>
          </p:spPr>
        </p:sp>
        <p:sp>
          <p:nvSpPr>
            <p:cNvPr id="61" name="TextBox 61"/>
            <p:cNvSpPr txBox="1"/>
            <p:nvPr/>
          </p:nvSpPr>
          <p:spPr bwMode="auto">
            <a:xfrm>
              <a:off x="0" y="-38100"/>
              <a:ext cx="10728960" cy="1623060"/>
            </a:xfrm>
            <a:prstGeom prst="rect">
              <a:avLst/>
            </a:prstGeom>
            <a:grpFill/>
          </p:spPr>
          <p:txBody>
            <a:bodyPr lIns="0" tIns="0" rIns="0" bIns="0" rtlCol="0" anchor="ctr"/>
            <a:lstStyle/>
            <a:p>
              <a:pPr algn="l">
                <a:lnSpc>
                  <a:spcPts val="2879"/>
                </a:lnSpc>
                <a:defRPr/>
              </a:pPr>
              <a:r>
                <a:rPr lang="en-US" sz="2400" b="1">
                  <a:solidFill>
                    <a:srgbClr val="0F172A"/>
                  </a:solidFill>
                  <a:latin typeface="Calibri (MS) Bold"/>
                  <a:ea typeface="Calibri (MS) Bold"/>
                  <a:cs typeface="Calibri (MS) Bold"/>
                </a:rPr>
                <a:t>FoundIt App (US)</a:t>
              </a:r>
              <a:endParaRPr/>
            </a:p>
          </p:txBody>
        </p:sp>
      </p:grpSp>
      <p:grpSp>
        <p:nvGrpSpPr>
          <p:cNvPr id="900397152" name="Group 62"/>
          <p:cNvGrpSpPr/>
          <p:nvPr/>
        </p:nvGrpSpPr>
        <p:grpSpPr bwMode="auto">
          <a:xfrm rot="0">
            <a:off x="8869680" y="6419088"/>
            <a:ext cx="4206240" cy="1188720"/>
            <a:chOff x="0" y="0"/>
            <a:chExt cx="5608320" cy="1584960"/>
          </a:xfrm>
        </p:grpSpPr>
        <p:sp>
          <p:nvSpPr>
            <p:cNvPr id="63" name="Freeform 63"/>
            <p:cNvSpPr/>
            <p:nvPr/>
          </p:nvSpPr>
          <p:spPr bwMode="auto">
            <a:xfrm rot="0" flipH="0" flipV="0">
              <a:off x="0" y="0"/>
              <a:ext cx="5608320" cy="1584960"/>
            </a:xfrm>
            <a:custGeom>
              <a:avLst/>
              <a:gdLst/>
              <a:ahLst/>
              <a:cxnLst/>
              <a:rect l="l" t="t" r="r" b="b"/>
              <a:pathLst>
                <a:path w="5608320" h="1584960" fill="norm" stroke="1" extrusionOk="0">
                  <a:moveTo>
                    <a:pt x="0" y="0"/>
                  </a:moveTo>
                  <a:lnTo>
                    <a:pt x="5608320" y="0"/>
                  </a:lnTo>
                  <a:lnTo>
                    <a:pt x="5608320" y="1584960"/>
                  </a:lnTo>
                  <a:lnTo>
                    <a:pt x="0" y="1584960"/>
                  </a:lnTo>
                  <a:close/>
                </a:path>
              </a:pathLst>
            </a:custGeom>
            <a:blipFill rotWithShape="1">
              <a:blip r:embed="rId3">
                <a:alphaModFix amt="0"/>
              </a:blip>
              <a:stretch>
                <a:fillRect l="0" t="-18947" r="0" b="-18947"/>
              </a:stretch>
            </a:blipFill>
          </p:spPr>
        </p:sp>
        <p:sp>
          <p:nvSpPr>
            <p:cNvPr id="64" name="TextBox 64"/>
            <p:cNvSpPr txBox="1"/>
            <p:nvPr/>
          </p:nvSpPr>
          <p:spPr bwMode="auto">
            <a:xfrm>
              <a:off x="0" y="-47625"/>
              <a:ext cx="5608320" cy="1632585"/>
            </a:xfrm>
            <a:prstGeom prst="rect">
              <a:avLst/>
            </a:prstGeom>
            <a:grpFill/>
          </p:spPr>
          <p:txBody>
            <a:bodyPr lIns="0" tIns="0" rIns="0" bIns="0" rtlCol="0" anchor="ctr"/>
            <a:lstStyle/>
            <a:p>
              <a:pPr algn="l">
                <a:lnSpc>
                  <a:spcPts val="2640"/>
                </a:lnSpc>
                <a:defRPr/>
              </a:pPr>
              <a:r>
                <a:rPr lang="en-US" sz="2200">
                  <a:solidFill>
                    <a:srgbClr val="166534"/>
                  </a:solidFill>
                  <a:latin typeface="Calibri (MS)"/>
                  <a:ea typeface="Calibri (MS)"/>
                  <a:cs typeface="Calibri (MS)"/>
                </a:rPr>
                <a:t>✅ Mobile-first</a:t>
              </a:r>
              <a:endParaRPr/>
            </a:p>
          </p:txBody>
        </p:sp>
      </p:grpSp>
      <p:grpSp>
        <p:nvGrpSpPr>
          <p:cNvPr id="11945145" name="Group 65"/>
          <p:cNvGrpSpPr/>
          <p:nvPr/>
        </p:nvGrpSpPr>
        <p:grpSpPr bwMode="auto">
          <a:xfrm rot="0">
            <a:off x="13075920" y="6419088"/>
            <a:ext cx="4572000" cy="1188720"/>
            <a:chOff x="0" y="0"/>
            <a:chExt cx="6096000" cy="1584960"/>
          </a:xfrm>
        </p:grpSpPr>
        <p:sp>
          <p:nvSpPr>
            <p:cNvPr id="66" name="Freeform 66"/>
            <p:cNvSpPr/>
            <p:nvPr/>
          </p:nvSpPr>
          <p:spPr bwMode="auto">
            <a:xfrm rot="0" flipH="0" flipV="0">
              <a:off x="0" y="0"/>
              <a:ext cx="6096000" cy="1584960"/>
            </a:xfrm>
            <a:custGeom>
              <a:avLst/>
              <a:gdLst/>
              <a:ahLst/>
              <a:cxnLst/>
              <a:rect l="l" t="t" r="r" b="b"/>
              <a:pathLst>
                <a:path w="6096000" h="1584960" fill="norm" stroke="1" extrusionOk="0">
                  <a:moveTo>
                    <a:pt x="0" y="0"/>
                  </a:moveTo>
                  <a:lnTo>
                    <a:pt x="6096000" y="0"/>
                  </a:lnTo>
                  <a:lnTo>
                    <a:pt x="6096000" y="1584960"/>
                  </a:lnTo>
                  <a:lnTo>
                    <a:pt x="0" y="1584960"/>
                  </a:lnTo>
                  <a:close/>
                </a:path>
              </a:pathLst>
            </a:custGeom>
            <a:blipFill rotWithShape="1">
              <a:blip r:embed="rId3">
                <a:alphaModFix amt="0"/>
              </a:blip>
              <a:stretch>
                <a:fillRect l="0" t="-24942" r="0" b="-24942"/>
              </a:stretch>
            </a:blipFill>
          </p:spPr>
        </p:sp>
        <p:sp>
          <p:nvSpPr>
            <p:cNvPr id="67" name="TextBox 67"/>
            <p:cNvSpPr txBox="1"/>
            <p:nvPr/>
          </p:nvSpPr>
          <p:spPr bwMode="auto">
            <a:xfrm>
              <a:off x="0" y="-47625"/>
              <a:ext cx="6096000" cy="1632585"/>
            </a:xfrm>
            <a:prstGeom prst="rect">
              <a:avLst/>
            </a:prstGeom>
            <a:grpFill/>
          </p:spPr>
          <p:txBody>
            <a:bodyPr lIns="0" tIns="0" rIns="0" bIns="0" rtlCol="0" anchor="ctr"/>
            <a:lstStyle/>
            <a:p>
              <a:pPr algn="l">
                <a:lnSpc>
                  <a:spcPts val="2640"/>
                </a:lnSpc>
                <a:defRPr/>
              </a:pPr>
              <a:r>
                <a:rPr lang="en-US" sz="2200">
                  <a:solidFill>
                    <a:srgbClr val="991B1B"/>
                  </a:solidFill>
                  <a:latin typeface="Calibri (MS)"/>
                  <a:ea typeface="Calibri (MS)"/>
                  <a:cs typeface="Calibri (MS)"/>
                </a:rPr>
                <a:t>❌ Not available in India</a:t>
              </a:r>
              <a:endParaRPr/>
            </a:p>
          </p:txBody>
        </p:sp>
      </p:grpSp>
      <p:grpSp>
        <p:nvGrpSpPr>
          <p:cNvPr id="234792691" name="Group 68"/>
          <p:cNvGrpSpPr/>
          <p:nvPr/>
        </p:nvGrpSpPr>
        <p:grpSpPr bwMode="auto">
          <a:xfrm rot="0">
            <a:off x="535943" y="7851143"/>
            <a:ext cx="17216123" cy="1671323"/>
            <a:chOff x="0" y="0"/>
            <a:chExt cx="22954831" cy="2228431"/>
          </a:xfrm>
        </p:grpSpPr>
        <p:sp>
          <p:nvSpPr>
            <p:cNvPr id="69" name="Freeform 69"/>
            <p:cNvSpPr/>
            <p:nvPr/>
          </p:nvSpPr>
          <p:spPr bwMode="auto">
            <a:xfrm rot="0" flipH="0" flipV="0">
              <a:off x="16891" y="16891"/>
              <a:ext cx="22920960" cy="2194560"/>
            </a:xfrm>
            <a:custGeom>
              <a:avLst/>
              <a:gdLst/>
              <a:ahLst/>
              <a:cxnLst/>
              <a:rect l="l" t="t" r="r" b="b"/>
              <a:pathLst>
                <a:path w="22920960" h="2194560" fill="norm" stroke="1" extrusionOk="0">
                  <a:moveTo>
                    <a:pt x="0" y="0"/>
                  </a:moveTo>
                  <a:lnTo>
                    <a:pt x="22920960" y="0"/>
                  </a:lnTo>
                  <a:lnTo>
                    <a:pt x="22920960" y="2194560"/>
                  </a:lnTo>
                  <a:lnTo>
                    <a:pt x="0" y="2194560"/>
                  </a:lnTo>
                  <a:close/>
                </a:path>
              </a:pathLst>
            </a:custGeom>
            <a:solidFill>
              <a:srgbClr val="CFFAFE"/>
            </a:solidFill>
          </p:spPr>
        </p:sp>
        <p:sp>
          <p:nvSpPr>
            <p:cNvPr id="70" name="Freeform 70"/>
            <p:cNvSpPr/>
            <p:nvPr/>
          </p:nvSpPr>
          <p:spPr bwMode="auto">
            <a:xfrm rot="0" flipH="0" flipV="0">
              <a:off x="0" y="0"/>
              <a:ext cx="22954743" cy="2228342"/>
            </a:xfrm>
            <a:custGeom>
              <a:avLst/>
              <a:gdLst/>
              <a:ahLst/>
              <a:cxnLst/>
              <a:rect l="l" t="t" r="r" b="b"/>
              <a:pathLst>
                <a:path w="22954743" h="2228342" fill="norm" stroke="1" extrusionOk="0">
                  <a:moveTo>
                    <a:pt x="16891" y="0"/>
                  </a:moveTo>
                  <a:lnTo>
                    <a:pt x="22937851" y="0"/>
                  </a:lnTo>
                  <a:cubicBezTo>
                    <a:pt x="22947249" y="0"/>
                    <a:pt x="22954743" y="7620"/>
                    <a:pt x="22954743" y="16891"/>
                  </a:cubicBezTo>
                  <a:lnTo>
                    <a:pt x="22954743" y="2211451"/>
                  </a:lnTo>
                  <a:cubicBezTo>
                    <a:pt x="22954743" y="2220849"/>
                    <a:pt x="22947123" y="2228342"/>
                    <a:pt x="22937851"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2937851" y="2194560"/>
                  </a:lnTo>
                  <a:lnTo>
                    <a:pt x="22937851" y="2211451"/>
                  </a:lnTo>
                  <a:lnTo>
                    <a:pt x="22920961" y="2211451"/>
                  </a:lnTo>
                  <a:lnTo>
                    <a:pt x="22920961" y="16891"/>
                  </a:lnTo>
                  <a:lnTo>
                    <a:pt x="22937851" y="16891"/>
                  </a:lnTo>
                  <a:lnTo>
                    <a:pt x="22937851" y="33909"/>
                  </a:lnTo>
                  <a:lnTo>
                    <a:pt x="16891" y="33909"/>
                  </a:lnTo>
                  <a:close/>
                </a:path>
              </a:pathLst>
            </a:custGeom>
            <a:solidFill>
              <a:srgbClr val="0891B2"/>
            </a:solidFill>
          </p:spPr>
        </p:sp>
      </p:grpSp>
      <p:grpSp>
        <p:nvGrpSpPr>
          <p:cNvPr id="346921725" name="Group 71"/>
          <p:cNvGrpSpPr/>
          <p:nvPr/>
        </p:nvGrpSpPr>
        <p:grpSpPr bwMode="auto">
          <a:xfrm rot="0">
            <a:off x="914400" y="7900416"/>
            <a:ext cx="16459200" cy="1609344"/>
            <a:chOff x="0" y="0"/>
            <a:chExt cx="21945600" cy="2145792"/>
          </a:xfrm>
        </p:grpSpPr>
        <p:sp>
          <p:nvSpPr>
            <p:cNvPr id="72" name="Freeform 72"/>
            <p:cNvSpPr/>
            <p:nvPr/>
          </p:nvSpPr>
          <p:spPr bwMode="auto">
            <a:xfrm rot="0" flipH="0" flipV="0">
              <a:off x="0" y="0"/>
              <a:ext cx="21945600" cy="2145792"/>
            </a:xfrm>
            <a:custGeom>
              <a:avLst/>
              <a:gdLst/>
              <a:ahLst/>
              <a:cxnLst/>
              <a:rect l="l" t="t" r="r" b="b"/>
              <a:pathLst>
                <a:path w="21945600" h="2145792" fill="norm" stroke="1" extrusionOk="0">
                  <a:moveTo>
                    <a:pt x="0" y="0"/>
                  </a:moveTo>
                  <a:lnTo>
                    <a:pt x="21945600" y="0"/>
                  </a:lnTo>
                  <a:lnTo>
                    <a:pt x="21945600" y="2145792"/>
                  </a:lnTo>
                  <a:lnTo>
                    <a:pt x="0" y="2145792"/>
                  </a:lnTo>
                  <a:close/>
                </a:path>
              </a:pathLst>
            </a:custGeom>
            <a:blipFill rotWithShape="1">
              <a:blip r:embed="rId3">
                <a:alphaModFix amt="0"/>
              </a:blip>
              <a:stretch>
                <a:fillRect l="0" t="-149278" r="0" b="-149278"/>
              </a:stretch>
            </a:blipFill>
          </p:spPr>
        </p:sp>
        <p:sp>
          <p:nvSpPr>
            <p:cNvPr id="73" name="TextBox 73"/>
            <p:cNvSpPr txBox="1"/>
            <p:nvPr/>
          </p:nvSpPr>
          <p:spPr bwMode="auto">
            <a:xfrm>
              <a:off x="0" y="-38100"/>
              <a:ext cx="21945600" cy="2183892"/>
            </a:xfrm>
            <a:prstGeom prst="rect">
              <a:avLst/>
            </a:prstGeom>
            <a:grpFill/>
          </p:spPr>
          <p:txBody>
            <a:bodyPr lIns="0" tIns="0" rIns="0" bIns="0" rtlCol="0" anchor="ctr"/>
            <a:lstStyle/>
            <a:p>
              <a:pPr algn="l">
                <a:lnSpc>
                  <a:spcPts val="2879"/>
                </a:lnSpc>
                <a:defRPr/>
              </a:pPr>
              <a:r>
                <a:rPr lang="en-US" sz="2400" b="1">
                  <a:solidFill>
                    <a:srgbClr val="1A2E4A"/>
                  </a:solidFill>
                  <a:latin typeface="Calibri (MS) Bold"/>
                  <a:ea typeface="Calibri (MS) Bold"/>
                  <a:cs typeface="Calibri (MS) Bold"/>
                </a:rPr>
                <a:t>💡  Research Gap: No dedicated, India-focused, free, web-based Lost &amp; Found platform with smart matching exists for institutional use.</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1A2E4A"/>
        </a:solidFill>
      </p:bgPr>
    </p:bg>
    <p:spTree>
      <p:nvGrpSpPr>
        <p:cNvPr id="1" name=""/>
        <p:cNvGrpSpPr/>
        <p:nvPr/>
      </p:nvGrpSpPr>
      <p:grpSpPr bwMode="auto">
        <a:xfrm>
          <a:off x="0" y="0"/>
          <a:ext cx="0" cy="0"/>
          <a:chOff x="0" y="0"/>
          <a:chExt cx="0" cy="0"/>
        </a:xfrm>
      </p:grpSpPr>
      <p:grpSp>
        <p:nvGrpSpPr>
          <p:cNvPr id="1792402363" name="Group 2"/>
          <p:cNvGrpSpPr/>
          <p:nvPr/>
        </p:nvGrpSpPr>
        <p:grpSpPr bwMode="auto">
          <a:xfrm rot="0">
            <a:off x="-12697" y="-12697"/>
            <a:ext cx="18313403" cy="1397003"/>
            <a:chOff x="0" y="0"/>
            <a:chExt cx="24417871" cy="1862671"/>
          </a:xfrm>
        </p:grpSpPr>
        <p:sp>
          <p:nvSpPr>
            <p:cNvPr id="3" name="Freeform 3"/>
            <p:cNvSpPr/>
            <p:nvPr/>
          </p:nvSpPr>
          <p:spPr bwMode="auto">
            <a:xfrm rot="0" flipH="0" flipV="0">
              <a:off x="16891" y="16891"/>
              <a:ext cx="24383999" cy="1828800"/>
            </a:xfrm>
            <a:custGeom>
              <a:avLst/>
              <a:gdLst/>
              <a:ahLst/>
              <a:cxnLst/>
              <a:rect l="l" t="t" r="r" b="b"/>
              <a:pathLst>
                <a:path w="24383999" h="1828800" fill="norm" stroke="1" extrusionOk="0">
                  <a:moveTo>
                    <a:pt x="0" y="0"/>
                  </a:moveTo>
                  <a:lnTo>
                    <a:pt x="24383999" y="0"/>
                  </a:lnTo>
                  <a:lnTo>
                    <a:pt x="24383999" y="1828800"/>
                  </a:lnTo>
                  <a:lnTo>
                    <a:pt x="0" y="1828800"/>
                  </a:lnTo>
                  <a:close/>
                </a:path>
              </a:pathLst>
            </a:custGeom>
            <a:solidFill>
              <a:srgbClr val="0891B2"/>
            </a:solidFill>
          </p:spPr>
        </p:sp>
        <p:sp>
          <p:nvSpPr>
            <p:cNvPr id="4" name="Freeform 4"/>
            <p:cNvSpPr/>
            <p:nvPr/>
          </p:nvSpPr>
          <p:spPr bwMode="auto">
            <a:xfrm rot="0" flipH="0" flipV="0">
              <a:off x="0" y="0"/>
              <a:ext cx="24417782" cy="1862582"/>
            </a:xfrm>
            <a:custGeom>
              <a:avLst/>
              <a:gdLst/>
              <a:ahLst/>
              <a:cxnLst/>
              <a:rect l="l" t="t" r="r" b="b"/>
              <a:pathLst>
                <a:path w="24417782" h="1862582" fill="norm" stroke="1" extrusionOk="0">
                  <a:moveTo>
                    <a:pt x="16891" y="0"/>
                  </a:moveTo>
                  <a:lnTo>
                    <a:pt x="24400890" y="0"/>
                  </a:lnTo>
                  <a:cubicBezTo>
                    <a:pt x="24410290" y="0"/>
                    <a:pt x="24417782" y="7620"/>
                    <a:pt x="24417782" y="16891"/>
                  </a:cubicBezTo>
                  <a:lnTo>
                    <a:pt x="24417782" y="1845691"/>
                  </a:lnTo>
                  <a:cubicBezTo>
                    <a:pt x="24417782" y="1855089"/>
                    <a:pt x="24410163" y="1862582"/>
                    <a:pt x="24400890"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4400890" y="1828800"/>
                  </a:lnTo>
                  <a:lnTo>
                    <a:pt x="24400890" y="1845691"/>
                  </a:lnTo>
                  <a:lnTo>
                    <a:pt x="24384000" y="1845691"/>
                  </a:lnTo>
                  <a:lnTo>
                    <a:pt x="24384000" y="16891"/>
                  </a:lnTo>
                  <a:lnTo>
                    <a:pt x="24400890" y="16891"/>
                  </a:lnTo>
                  <a:lnTo>
                    <a:pt x="24400890" y="33909"/>
                  </a:lnTo>
                  <a:lnTo>
                    <a:pt x="16891" y="33909"/>
                  </a:lnTo>
                  <a:close/>
                </a:path>
              </a:pathLst>
            </a:custGeom>
            <a:solidFill>
              <a:srgbClr val="0891B2"/>
            </a:solidFill>
          </p:spPr>
        </p:sp>
      </p:grpSp>
      <p:grpSp>
        <p:nvGrpSpPr>
          <p:cNvPr id="1436304324" name="Group 5"/>
          <p:cNvGrpSpPr/>
          <p:nvPr/>
        </p:nvGrpSpPr>
        <p:grpSpPr bwMode="auto">
          <a:xfrm rot="0">
            <a:off x="731520" y="0"/>
            <a:ext cx="16824960" cy="1371600"/>
            <a:chOff x="0" y="0"/>
            <a:chExt cx="22433280" cy="1828800"/>
          </a:xfrm>
        </p:grpSpPr>
        <p:sp>
          <p:nvSpPr>
            <p:cNvPr id="6" name="Freeform 6"/>
            <p:cNvSpPr/>
            <p:nvPr/>
          </p:nvSpPr>
          <p:spPr bwMode="auto">
            <a:xfrm rot="0" flipH="0" flipV="0">
              <a:off x="0" y="0"/>
              <a:ext cx="22433280" cy="1828800"/>
            </a:xfrm>
            <a:custGeom>
              <a:avLst/>
              <a:gdLst/>
              <a:ahLst/>
              <a:cxnLst/>
              <a:rect l="l" t="t" r="r" b="b"/>
              <a:pathLst>
                <a:path w="22433280" h="1828800" fill="norm" stroke="1" extrusionOk="0">
                  <a:moveTo>
                    <a:pt x="0" y="0"/>
                  </a:moveTo>
                  <a:lnTo>
                    <a:pt x="22433280" y="0"/>
                  </a:lnTo>
                  <a:lnTo>
                    <a:pt x="22433280" y="1828800"/>
                  </a:lnTo>
                  <a:lnTo>
                    <a:pt x="0" y="1828800"/>
                  </a:lnTo>
                  <a:close/>
                </a:path>
              </a:pathLst>
            </a:custGeom>
            <a:blipFill rotWithShape="1">
              <a:blip r:embed="rId3">
                <a:alphaModFix amt="0"/>
              </a:blip>
              <a:stretch>
                <a:fillRect l="0" t="-189016" r="0" b="-189015"/>
              </a:stretch>
            </a:blipFill>
          </p:spPr>
        </p:sp>
        <p:sp>
          <p:nvSpPr>
            <p:cNvPr id="7" name="TextBox 7"/>
            <p:cNvSpPr txBox="1"/>
            <p:nvPr/>
          </p:nvSpPr>
          <p:spPr bwMode="auto">
            <a:xfrm>
              <a:off x="0" y="-76200"/>
              <a:ext cx="22433280" cy="1905000"/>
            </a:xfrm>
            <a:prstGeom prst="rect">
              <a:avLst/>
            </a:prstGeom>
            <a:grpFill/>
          </p:spPr>
          <p:txBody>
            <a:bodyPr lIns="0" tIns="0" rIns="0" bIns="0" rtlCol="0" anchor="ctr"/>
            <a:lstStyle/>
            <a:p>
              <a:pPr algn="l">
                <a:lnSpc>
                  <a:spcPts val="5280"/>
                </a:lnSpc>
                <a:defRPr/>
              </a:pPr>
              <a:r>
                <a:rPr lang="en-US" sz="4400" b="1">
                  <a:solidFill>
                    <a:srgbClr val="FFFFFF"/>
                  </a:solidFill>
                  <a:latin typeface="Calibri (MS) Bold"/>
                  <a:ea typeface="Calibri (MS) Bold"/>
                  <a:cs typeface="Calibri (MS) Bold"/>
                </a:rPr>
                <a:t>04  Motivation</a:t>
              </a:r>
              <a:endParaRPr/>
            </a:p>
          </p:txBody>
        </p:sp>
      </p:grpSp>
      <p:grpSp>
        <p:nvGrpSpPr>
          <p:cNvPr id="231974682" name="Group 8"/>
          <p:cNvGrpSpPr/>
          <p:nvPr/>
        </p:nvGrpSpPr>
        <p:grpSpPr bwMode="auto">
          <a:xfrm rot="0">
            <a:off x="523237" y="1711957"/>
            <a:ext cx="17241517" cy="2428237"/>
            <a:chOff x="0" y="0"/>
            <a:chExt cx="22988688" cy="3237649"/>
          </a:xfrm>
        </p:grpSpPr>
        <p:sp>
          <p:nvSpPr>
            <p:cNvPr id="9" name="Freeform 9"/>
            <p:cNvSpPr/>
            <p:nvPr/>
          </p:nvSpPr>
          <p:spPr bwMode="auto">
            <a:xfrm rot="0" flipH="0" flipV="0">
              <a:off x="33909" y="33909"/>
              <a:ext cx="22920961" cy="3169920"/>
            </a:xfrm>
            <a:custGeom>
              <a:avLst/>
              <a:gdLst/>
              <a:ahLst/>
              <a:cxnLst/>
              <a:rect l="l" t="t" r="r" b="b"/>
              <a:pathLst>
                <a:path w="22920961" h="3169920" fill="norm" stroke="1" extrusionOk="0">
                  <a:moveTo>
                    <a:pt x="0" y="0"/>
                  </a:moveTo>
                  <a:lnTo>
                    <a:pt x="22920961" y="0"/>
                  </a:lnTo>
                  <a:lnTo>
                    <a:pt x="22920961" y="3169920"/>
                  </a:lnTo>
                  <a:lnTo>
                    <a:pt x="0" y="3169920"/>
                  </a:lnTo>
                  <a:close/>
                </a:path>
              </a:pathLst>
            </a:custGeom>
            <a:solidFill>
              <a:srgbClr val="FFFFFF">
                <a:alpha val="80784"/>
              </a:srgbClr>
            </a:solidFill>
          </p:spPr>
        </p:sp>
        <p:sp>
          <p:nvSpPr>
            <p:cNvPr id="10" name="Freeform 10"/>
            <p:cNvSpPr/>
            <p:nvPr/>
          </p:nvSpPr>
          <p:spPr bwMode="auto">
            <a:xfrm rot="0" flipH="0" flipV="0">
              <a:off x="0" y="0"/>
              <a:ext cx="22988778" cy="3237738"/>
            </a:xfrm>
            <a:custGeom>
              <a:avLst/>
              <a:gdLst/>
              <a:ahLst/>
              <a:cxnLst/>
              <a:rect l="l" t="t" r="r" b="b"/>
              <a:pathLst>
                <a:path w="22988778" h="3237738" fill="norm" stroke="1" extrusionOk="0">
                  <a:moveTo>
                    <a:pt x="33909" y="0"/>
                  </a:moveTo>
                  <a:lnTo>
                    <a:pt x="22954870" y="0"/>
                  </a:lnTo>
                  <a:cubicBezTo>
                    <a:pt x="22973539" y="0"/>
                    <a:pt x="22988778" y="15113"/>
                    <a:pt x="22988778" y="33909"/>
                  </a:cubicBezTo>
                  <a:lnTo>
                    <a:pt x="22988778" y="3203829"/>
                  </a:lnTo>
                  <a:cubicBezTo>
                    <a:pt x="22988778" y="3222498"/>
                    <a:pt x="22973666" y="3237738"/>
                    <a:pt x="22954870" y="3237738"/>
                  </a:cubicBezTo>
                  <a:lnTo>
                    <a:pt x="33909" y="3237738"/>
                  </a:lnTo>
                  <a:cubicBezTo>
                    <a:pt x="15240" y="3237738"/>
                    <a:pt x="0" y="3222625"/>
                    <a:pt x="0" y="3203829"/>
                  </a:cubicBezTo>
                  <a:lnTo>
                    <a:pt x="0" y="33909"/>
                  </a:lnTo>
                  <a:cubicBezTo>
                    <a:pt x="0" y="15113"/>
                    <a:pt x="15113" y="0"/>
                    <a:pt x="33909" y="0"/>
                  </a:cubicBezTo>
                  <a:moveTo>
                    <a:pt x="33909" y="67691"/>
                  </a:moveTo>
                  <a:lnTo>
                    <a:pt x="33909" y="33909"/>
                  </a:lnTo>
                  <a:lnTo>
                    <a:pt x="67691" y="33909"/>
                  </a:lnTo>
                  <a:lnTo>
                    <a:pt x="67691" y="3203829"/>
                  </a:lnTo>
                  <a:lnTo>
                    <a:pt x="33909" y="3203829"/>
                  </a:lnTo>
                  <a:lnTo>
                    <a:pt x="33909" y="3169920"/>
                  </a:lnTo>
                  <a:lnTo>
                    <a:pt x="22954870" y="3169920"/>
                  </a:lnTo>
                  <a:lnTo>
                    <a:pt x="22954870" y="3203829"/>
                  </a:lnTo>
                  <a:lnTo>
                    <a:pt x="22920961" y="3203829"/>
                  </a:lnTo>
                  <a:lnTo>
                    <a:pt x="22920961" y="33909"/>
                  </a:lnTo>
                  <a:lnTo>
                    <a:pt x="22954870" y="33909"/>
                  </a:lnTo>
                  <a:lnTo>
                    <a:pt x="22954870" y="67691"/>
                  </a:lnTo>
                  <a:lnTo>
                    <a:pt x="33909" y="67691"/>
                  </a:lnTo>
                  <a:close/>
                </a:path>
              </a:pathLst>
            </a:custGeom>
            <a:solidFill>
              <a:srgbClr val="0891B2"/>
            </a:solidFill>
          </p:spPr>
        </p:sp>
      </p:grpSp>
      <p:grpSp>
        <p:nvGrpSpPr>
          <p:cNvPr id="1955685827" name="Group 11"/>
          <p:cNvGrpSpPr/>
          <p:nvPr/>
        </p:nvGrpSpPr>
        <p:grpSpPr bwMode="auto">
          <a:xfrm rot="0">
            <a:off x="914400" y="1773936"/>
            <a:ext cx="9144000" cy="640080"/>
            <a:chOff x="0" y="0"/>
            <a:chExt cx="12192000" cy="853440"/>
          </a:xfrm>
        </p:grpSpPr>
        <p:sp>
          <p:nvSpPr>
            <p:cNvPr id="12" name="Freeform 12"/>
            <p:cNvSpPr/>
            <p:nvPr/>
          </p:nvSpPr>
          <p:spPr bwMode="auto">
            <a:xfrm rot="0" flipH="0" flipV="0">
              <a:off x="0" y="0"/>
              <a:ext cx="12192000" cy="853440"/>
            </a:xfrm>
            <a:custGeom>
              <a:avLst/>
              <a:gdLst/>
              <a:ahLst/>
              <a:cxnLst/>
              <a:rect l="l" t="t" r="r" b="b"/>
              <a:pathLst>
                <a:path w="12192000" h="853440" fill="norm" stroke="1" extrusionOk="0">
                  <a:moveTo>
                    <a:pt x="0" y="0"/>
                  </a:moveTo>
                  <a:lnTo>
                    <a:pt x="12192000" y="0"/>
                  </a:lnTo>
                  <a:lnTo>
                    <a:pt x="12192000" y="853440"/>
                  </a:lnTo>
                  <a:lnTo>
                    <a:pt x="0" y="853440"/>
                  </a:lnTo>
                  <a:close/>
                </a:path>
              </a:pathLst>
            </a:custGeom>
            <a:blipFill rotWithShape="1">
              <a:blip r:embed="rId3">
                <a:alphaModFix amt="0"/>
              </a:blip>
              <a:stretch>
                <a:fillRect l="0" t="-228357" r="0" b="-228356"/>
              </a:stretch>
            </a:blipFill>
          </p:spPr>
        </p:sp>
        <p:sp>
          <p:nvSpPr>
            <p:cNvPr id="13" name="TextBox 13"/>
            <p:cNvSpPr txBox="1"/>
            <p:nvPr/>
          </p:nvSpPr>
          <p:spPr bwMode="auto">
            <a:xfrm>
              <a:off x="0" y="-38100"/>
              <a:ext cx="12192000" cy="891540"/>
            </a:xfrm>
            <a:prstGeom prst="rect">
              <a:avLst/>
            </a:prstGeom>
            <a:grpFill/>
          </p:spPr>
          <p:txBody>
            <a:bodyPr lIns="0" tIns="0" rIns="0" bIns="0" rtlCol="0" anchor="ctr"/>
            <a:lstStyle/>
            <a:p>
              <a:pPr algn="l">
                <a:lnSpc>
                  <a:spcPts val="2879"/>
                </a:lnSpc>
                <a:defRPr/>
              </a:pPr>
              <a:r>
                <a:rPr lang="en-US" sz="2400" b="1">
                  <a:solidFill>
                    <a:srgbClr val="0891B2"/>
                  </a:solidFill>
                  <a:latin typeface="Calibri (MS) Bold"/>
                  <a:ea typeface="Calibri (MS) Bold"/>
                  <a:cs typeface="Calibri (MS) Bold"/>
                </a:rPr>
                <a:t>📖  Real Scenario</a:t>
              </a:r>
              <a:endParaRPr/>
            </a:p>
          </p:txBody>
        </p:sp>
      </p:grpSp>
      <p:grpSp>
        <p:nvGrpSpPr>
          <p:cNvPr id="1287471818" name="Group 14"/>
          <p:cNvGrpSpPr/>
          <p:nvPr/>
        </p:nvGrpSpPr>
        <p:grpSpPr bwMode="auto">
          <a:xfrm rot="0">
            <a:off x="914400" y="2414016"/>
            <a:ext cx="16459200" cy="1554480"/>
            <a:chOff x="0" y="0"/>
            <a:chExt cx="21945600" cy="2072640"/>
          </a:xfrm>
        </p:grpSpPr>
        <p:sp>
          <p:nvSpPr>
            <p:cNvPr id="15" name="Freeform 15"/>
            <p:cNvSpPr/>
            <p:nvPr/>
          </p:nvSpPr>
          <p:spPr bwMode="auto">
            <a:xfrm rot="0" flipH="0" flipV="0">
              <a:off x="0" y="0"/>
              <a:ext cx="21945600" cy="2072640"/>
            </a:xfrm>
            <a:custGeom>
              <a:avLst/>
              <a:gdLst/>
              <a:ahLst/>
              <a:cxnLst/>
              <a:rect l="l" t="t" r="r" b="b"/>
              <a:pathLst>
                <a:path w="21945600" h="2072640" fill="norm" stroke="1" extrusionOk="0">
                  <a:moveTo>
                    <a:pt x="0" y="0"/>
                  </a:moveTo>
                  <a:lnTo>
                    <a:pt x="21945600" y="0"/>
                  </a:lnTo>
                  <a:lnTo>
                    <a:pt x="21945600" y="2072640"/>
                  </a:lnTo>
                  <a:lnTo>
                    <a:pt x="0" y="2072640"/>
                  </a:lnTo>
                  <a:close/>
                </a:path>
              </a:pathLst>
            </a:custGeom>
            <a:blipFill rotWithShape="1">
              <a:blip r:embed="rId3">
                <a:alphaModFix amt="0"/>
              </a:blip>
              <a:stretch>
                <a:fillRect l="0" t="-156312" r="0" b="-156312"/>
              </a:stretch>
            </a:blipFill>
          </p:spPr>
        </p:sp>
        <p:sp>
          <p:nvSpPr>
            <p:cNvPr id="16" name="TextBox 16"/>
            <p:cNvSpPr txBox="1"/>
            <p:nvPr/>
          </p:nvSpPr>
          <p:spPr bwMode="auto">
            <a:xfrm>
              <a:off x="0" y="-57150"/>
              <a:ext cx="21945600" cy="2129790"/>
            </a:xfrm>
            <a:prstGeom prst="rect">
              <a:avLst/>
            </a:prstGeom>
            <a:grpFill/>
          </p:spPr>
          <p:txBody>
            <a:bodyPr lIns="0" tIns="0" rIns="0" bIns="0" rtlCol="0" anchor="ctr"/>
            <a:lstStyle/>
            <a:p>
              <a:pPr algn="l">
                <a:lnSpc>
                  <a:spcPts val="3120"/>
                </a:lnSpc>
                <a:defRPr/>
              </a:pPr>
              <a:r>
                <a:rPr lang="en-US" sz="2600" i="1">
                  <a:solidFill>
                    <a:srgbClr val="D1FAE5"/>
                  </a:solidFill>
                  <a:latin typeface="Calibri (MS) Italics"/>
                  <a:ea typeface="Calibri (MS) Italics"/>
                  <a:cs typeface="Calibri (MS) Italics"/>
                </a:rPr>
                <a:t>A student loses their ID card before an exam. They have no way to quickly report it. Someone finds it but has no platform to submit. The student eventually fails to get duplicate in time.</a:t>
              </a:r>
              <a:endParaRPr/>
            </a:p>
          </p:txBody>
        </p:sp>
      </p:grpSp>
      <p:grpSp>
        <p:nvGrpSpPr>
          <p:cNvPr id="1350105559" name="Group 17"/>
          <p:cNvGrpSpPr/>
          <p:nvPr/>
        </p:nvGrpSpPr>
        <p:grpSpPr bwMode="auto">
          <a:xfrm rot="0">
            <a:off x="535943" y="4467863"/>
            <a:ext cx="8255003" cy="2402843"/>
            <a:chOff x="0" y="0"/>
            <a:chExt cx="11006671" cy="3203791"/>
          </a:xfrm>
        </p:grpSpPr>
        <p:sp>
          <p:nvSpPr>
            <p:cNvPr id="18" name="Freeform 18"/>
            <p:cNvSpPr/>
            <p:nvPr/>
          </p:nvSpPr>
          <p:spPr bwMode="auto">
            <a:xfrm rot="0" flipH="0" flipV="0">
              <a:off x="16891" y="16891"/>
              <a:ext cx="10972800" cy="3169920"/>
            </a:xfrm>
            <a:custGeom>
              <a:avLst/>
              <a:gdLst/>
              <a:ahLst/>
              <a:cxnLst/>
              <a:rect l="l" t="t" r="r" b="b"/>
              <a:pathLst>
                <a:path w="10972800" h="3169920" fill="norm" stroke="1" extrusionOk="0">
                  <a:moveTo>
                    <a:pt x="0" y="0"/>
                  </a:moveTo>
                  <a:lnTo>
                    <a:pt x="10972800" y="0"/>
                  </a:lnTo>
                  <a:lnTo>
                    <a:pt x="10972800" y="3169920"/>
                  </a:lnTo>
                  <a:lnTo>
                    <a:pt x="0" y="3169920"/>
                  </a:lnTo>
                  <a:close/>
                </a:path>
              </a:pathLst>
            </a:custGeom>
            <a:solidFill>
              <a:srgbClr val="FFFFFF">
                <a:alpha val="1176"/>
              </a:srgbClr>
            </a:solidFill>
          </p:spPr>
        </p:sp>
        <p:sp>
          <p:nvSpPr>
            <p:cNvPr id="19" name="Freeform 19"/>
            <p:cNvSpPr/>
            <p:nvPr/>
          </p:nvSpPr>
          <p:spPr bwMode="auto">
            <a:xfrm rot="0" flipH="0" flipV="0">
              <a:off x="0" y="0"/>
              <a:ext cx="11006582" cy="3203702"/>
            </a:xfrm>
            <a:custGeom>
              <a:avLst/>
              <a:gdLst/>
              <a:ahLst/>
              <a:cxnLst/>
              <a:rect l="l" t="t" r="r" b="b"/>
              <a:pathLst>
                <a:path w="11006582" h="3203702" fill="norm" stroke="1" extrusionOk="0">
                  <a:moveTo>
                    <a:pt x="16891" y="0"/>
                  </a:moveTo>
                  <a:lnTo>
                    <a:pt x="10989691" y="0"/>
                  </a:lnTo>
                  <a:cubicBezTo>
                    <a:pt x="10999089" y="0"/>
                    <a:pt x="11006582" y="7620"/>
                    <a:pt x="11006582" y="16891"/>
                  </a:cubicBezTo>
                  <a:lnTo>
                    <a:pt x="11006582" y="3186811"/>
                  </a:lnTo>
                  <a:cubicBezTo>
                    <a:pt x="11006582" y="3196209"/>
                    <a:pt x="10998962" y="3203702"/>
                    <a:pt x="10989691" y="3203702"/>
                  </a:cubicBezTo>
                  <a:lnTo>
                    <a:pt x="16891" y="3203702"/>
                  </a:lnTo>
                  <a:cubicBezTo>
                    <a:pt x="7493" y="3203702"/>
                    <a:pt x="0" y="3196082"/>
                    <a:pt x="0" y="3186811"/>
                  </a:cubicBezTo>
                  <a:lnTo>
                    <a:pt x="0" y="16891"/>
                  </a:lnTo>
                  <a:cubicBezTo>
                    <a:pt x="0" y="7620"/>
                    <a:pt x="7620" y="0"/>
                    <a:pt x="16891" y="0"/>
                  </a:cubicBezTo>
                  <a:moveTo>
                    <a:pt x="16891" y="33909"/>
                  </a:moveTo>
                  <a:lnTo>
                    <a:pt x="16891" y="16891"/>
                  </a:lnTo>
                  <a:lnTo>
                    <a:pt x="33909" y="16891"/>
                  </a:lnTo>
                  <a:lnTo>
                    <a:pt x="33909" y="3186811"/>
                  </a:lnTo>
                  <a:lnTo>
                    <a:pt x="16891" y="3186811"/>
                  </a:lnTo>
                  <a:lnTo>
                    <a:pt x="16891" y="3169920"/>
                  </a:lnTo>
                  <a:lnTo>
                    <a:pt x="10989691" y="3169920"/>
                  </a:lnTo>
                  <a:lnTo>
                    <a:pt x="10989691" y="3186811"/>
                  </a:lnTo>
                  <a:lnTo>
                    <a:pt x="10972800" y="3186811"/>
                  </a:lnTo>
                  <a:lnTo>
                    <a:pt x="10972800" y="16891"/>
                  </a:lnTo>
                  <a:lnTo>
                    <a:pt x="10989691" y="16891"/>
                  </a:lnTo>
                  <a:lnTo>
                    <a:pt x="10989691" y="33909"/>
                  </a:lnTo>
                  <a:lnTo>
                    <a:pt x="16891" y="33909"/>
                  </a:lnTo>
                  <a:close/>
                </a:path>
              </a:pathLst>
            </a:custGeom>
            <a:solidFill>
              <a:srgbClr val="0891B2"/>
            </a:solidFill>
          </p:spPr>
        </p:sp>
      </p:grpSp>
      <p:grpSp>
        <p:nvGrpSpPr>
          <p:cNvPr id="195294542" name="Group 20"/>
          <p:cNvGrpSpPr/>
          <p:nvPr/>
        </p:nvGrpSpPr>
        <p:grpSpPr bwMode="auto">
          <a:xfrm rot="0">
            <a:off x="731520" y="4626864"/>
            <a:ext cx="7680960" cy="640080"/>
            <a:chOff x="0" y="0"/>
            <a:chExt cx="10241280" cy="853440"/>
          </a:xfrm>
        </p:grpSpPr>
        <p:sp>
          <p:nvSpPr>
            <p:cNvPr id="21" name="Freeform 21"/>
            <p:cNvSpPr/>
            <p:nvPr/>
          </p:nvSpPr>
          <p:spPr bwMode="auto">
            <a:xfrm rot="0" flipH="0" flipV="0">
              <a:off x="0" y="0"/>
              <a:ext cx="10241280" cy="853440"/>
            </a:xfrm>
            <a:custGeom>
              <a:avLst/>
              <a:gdLst/>
              <a:ahLst/>
              <a:cxnLst/>
              <a:rect l="l" t="t" r="r" b="b"/>
              <a:pathLst>
                <a:path w="10241280" h="853440" fill="norm" stroke="1" extrusionOk="0">
                  <a:moveTo>
                    <a:pt x="0" y="0"/>
                  </a:moveTo>
                  <a:lnTo>
                    <a:pt x="10241280" y="0"/>
                  </a:lnTo>
                  <a:lnTo>
                    <a:pt x="10241280" y="853440"/>
                  </a:lnTo>
                  <a:lnTo>
                    <a:pt x="0" y="853440"/>
                  </a:lnTo>
                  <a:close/>
                </a:path>
              </a:pathLst>
            </a:custGeom>
            <a:blipFill rotWithShape="1">
              <a:blip r:embed="rId3">
                <a:alphaModFix amt="0"/>
              </a:blip>
              <a:stretch>
                <a:fillRect l="0" t="-183820" r="0" b="-183820"/>
              </a:stretch>
            </a:blipFill>
          </p:spPr>
        </p:sp>
        <p:sp>
          <p:nvSpPr>
            <p:cNvPr id="22" name="TextBox 22"/>
            <p:cNvSpPr txBox="1"/>
            <p:nvPr/>
          </p:nvSpPr>
          <p:spPr bwMode="auto">
            <a:xfrm>
              <a:off x="0" y="-47625"/>
              <a:ext cx="10241280" cy="901065"/>
            </a:xfrm>
            <a:prstGeom prst="rect">
              <a:avLst/>
            </a:prstGeom>
            <a:grpFill/>
          </p:spPr>
          <p:txBody>
            <a:bodyPr lIns="0" tIns="0" rIns="0" bIns="0" rtlCol="0" anchor="ctr"/>
            <a:lstStyle/>
            <a:p>
              <a:pPr algn="l">
                <a:lnSpc>
                  <a:spcPts val="3359"/>
                </a:lnSpc>
                <a:defRPr/>
              </a:pPr>
              <a:r>
                <a:rPr lang="en-US" sz="2800" b="1">
                  <a:solidFill>
                    <a:srgbClr val="0891B2"/>
                  </a:solidFill>
                  <a:latin typeface="Calibri (MS) Bold"/>
                  <a:ea typeface="Calibri (MS) Bold"/>
                  <a:cs typeface="Calibri (MS) Bold"/>
                </a:rPr>
                <a:t>🏫  Campus Need</a:t>
              </a:r>
              <a:endParaRPr/>
            </a:p>
          </p:txBody>
        </p:sp>
      </p:grpSp>
      <p:grpSp>
        <p:nvGrpSpPr>
          <p:cNvPr id="892699224" name="Group 23"/>
          <p:cNvGrpSpPr/>
          <p:nvPr/>
        </p:nvGrpSpPr>
        <p:grpSpPr bwMode="auto">
          <a:xfrm rot="0">
            <a:off x="731520" y="5248656"/>
            <a:ext cx="7680960" cy="1371600"/>
            <a:chOff x="0" y="0"/>
            <a:chExt cx="10241280" cy="1828800"/>
          </a:xfrm>
        </p:grpSpPr>
        <p:sp>
          <p:nvSpPr>
            <p:cNvPr id="24" name="Freeform 24"/>
            <p:cNvSpPr/>
            <p:nvPr/>
          </p:nvSpPr>
          <p:spPr bwMode="auto">
            <a:xfrm rot="0" flipH="0" flipV="0">
              <a:off x="0" y="0"/>
              <a:ext cx="10241280" cy="1828800"/>
            </a:xfrm>
            <a:custGeom>
              <a:avLst/>
              <a:gdLst/>
              <a:ahLst/>
              <a:cxnLst/>
              <a:rect l="l" t="t" r="r" b="b"/>
              <a:pathLst>
                <a:path w="10241280" h="1828800" fill="norm" stroke="1" extrusionOk="0">
                  <a:moveTo>
                    <a:pt x="0" y="0"/>
                  </a:moveTo>
                  <a:lnTo>
                    <a:pt x="10241280" y="0"/>
                  </a:lnTo>
                  <a:lnTo>
                    <a:pt x="10241280" y="1828800"/>
                  </a:lnTo>
                  <a:lnTo>
                    <a:pt x="0" y="1828800"/>
                  </a:lnTo>
                  <a:close/>
                </a:path>
              </a:pathLst>
            </a:custGeom>
            <a:blipFill rotWithShape="1">
              <a:blip r:embed="rId3">
                <a:alphaModFix amt="0"/>
              </a:blip>
              <a:stretch>
                <a:fillRect l="0" t="-59116" r="0" b="-59115"/>
              </a:stretch>
            </a:blipFill>
          </p:spPr>
        </p:sp>
        <p:sp>
          <p:nvSpPr>
            <p:cNvPr id="25" name="TextBox 25"/>
            <p:cNvSpPr txBox="1"/>
            <p:nvPr/>
          </p:nvSpPr>
          <p:spPr bwMode="auto">
            <a:xfrm>
              <a:off x="0" y="-47625"/>
              <a:ext cx="10241280" cy="1876425"/>
            </a:xfrm>
            <a:prstGeom prst="rect">
              <a:avLst/>
            </a:prstGeom>
            <a:grpFill/>
          </p:spPr>
          <p:txBody>
            <a:bodyPr lIns="0" tIns="0" rIns="0" bIns="0" rtlCol="0" anchor="ctr"/>
            <a:lstStyle/>
            <a:p>
              <a:pPr algn="l">
                <a:lnSpc>
                  <a:spcPts val="2640"/>
                </a:lnSpc>
                <a:defRPr/>
              </a:pPr>
              <a:r>
                <a:rPr lang="en-US" sz="2200">
                  <a:solidFill>
                    <a:srgbClr val="CBD5E1"/>
                  </a:solidFill>
                  <a:latin typeface="Calibri (MS)"/>
                  <a:ea typeface="Calibri (MS)"/>
                  <a:cs typeface="Calibri (MS)"/>
                </a:rPr>
                <a:t>Our college loses hundreds of items each semester with no tracking system</a:t>
              </a:r>
              <a:endParaRPr/>
            </a:p>
          </p:txBody>
        </p:sp>
      </p:grpSp>
      <p:grpSp>
        <p:nvGrpSpPr>
          <p:cNvPr id="2116470355" name="Group 26"/>
          <p:cNvGrpSpPr/>
          <p:nvPr/>
        </p:nvGrpSpPr>
        <p:grpSpPr bwMode="auto">
          <a:xfrm rot="0">
            <a:off x="9314183" y="4467863"/>
            <a:ext cx="8255003" cy="2402843"/>
            <a:chOff x="0" y="0"/>
            <a:chExt cx="11006671" cy="3203791"/>
          </a:xfrm>
        </p:grpSpPr>
        <p:sp>
          <p:nvSpPr>
            <p:cNvPr id="27" name="Freeform 27"/>
            <p:cNvSpPr/>
            <p:nvPr/>
          </p:nvSpPr>
          <p:spPr bwMode="auto">
            <a:xfrm rot="0" flipH="0" flipV="0">
              <a:off x="16891" y="16891"/>
              <a:ext cx="10972800" cy="3169920"/>
            </a:xfrm>
            <a:custGeom>
              <a:avLst/>
              <a:gdLst/>
              <a:ahLst/>
              <a:cxnLst/>
              <a:rect l="l" t="t" r="r" b="b"/>
              <a:pathLst>
                <a:path w="10972800" h="3169920" fill="norm" stroke="1" extrusionOk="0">
                  <a:moveTo>
                    <a:pt x="0" y="0"/>
                  </a:moveTo>
                  <a:lnTo>
                    <a:pt x="10972800" y="0"/>
                  </a:lnTo>
                  <a:lnTo>
                    <a:pt x="10972800" y="3169920"/>
                  </a:lnTo>
                  <a:lnTo>
                    <a:pt x="0" y="3169920"/>
                  </a:lnTo>
                  <a:close/>
                </a:path>
              </a:pathLst>
            </a:custGeom>
            <a:solidFill>
              <a:srgbClr val="FFFFFF">
                <a:alpha val="1176"/>
              </a:srgbClr>
            </a:solidFill>
          </p:spPr>
        </p:sp>
        <p:sp>
          <p:nvSpPr>
            <p:cNvPr id="28" name="Freeform 28"/>
            <p:cNvSpPr/>
            <p:nvPr/>
          </p:nvSpPr>
          <p:spPr bwMode="auto">
            <a:xfrm rot="0" flipH="0" flipV="0">
              <a:off x="0" y="0"/>
              <a:ext cx="11006582" cy="3203702"/>
            </a:xfrm>
            <a:custGeom>
              <a:avLst/>
              <a:gdLst/>
              <a:ahLst/>
              <a:cxnLst/>
              <a:rect l="l" t="t" r="r" b="b"/>
              <a:pathLst>
                <a:path w="11006582" h="3203702" fill="norm" stroke="1" extrusionOk="0">
                  <a:moveTo>
                    <a:pt x="16891" y="0"/>
                  </a:moveTo>
                  <a:lnTo>
                    <a:pt x="10989691" y="0"/>
                  </a:lnTo>
                  <a:cubicBezTo>
                    <a:pt x="10999089" y="0"/>
                    <a:pt x="11006582" y="7620"/>
                    <a:pt x="11006582" y="16891"/>
                  </a:cubicBezTo>
                  <a:lnTo>
                    <a:pt x="11006582" y="3186811"/>
                  </a:lnTo>
                  <a:cubicBezTo>
                    <a:pt x="11006582" y="3196209"/>
                    <a:pt x="10998962" y="3203702"/>
                    <a:pt x="10989691" y="3203702"/>
                  </a:cubicBezTo>
                  <a:lnTo>
                    <a:pt x="16891" y="3203702"/>
                  </a:lnTo>
                  <a:cubicBezTo>
                    <a:pt x="7493" y="3203702"/>
                    <a:pt x="0" y="3196082"/>
                    <a:pt x="0" y="3186811"/>
                  </a:cubicBezTo>
                  <a:lnTo>
                    <a:pt x="0" y="16891"/>
                  </a:lnTo>
                  <a:cubicBezTo>
                    <a:pt x="0" y="7620"/>
                    <a:pt x="7620" y="0"/>
                    <a:pt x="16891" y="0"/>
                  </a:cubicBezTo>
                  <a:moveTo>
                    <a:pt x="16891" y="33909"/>
                  </a:moveTo>
                  <a:lnTo>
                    <a:pt x="16891" y="16891"/>
                  </a:lnTo>
                  <a:lnTo>
                    <a:pt x="33909" y="16891"/>
                  </a:lnTo>
                  <a:lnTo>
                    <a:pt x="33909" y="3186811"/>
                  </a:lnTo>
                  <a:lnTo>
                    <a:pt x="16891" y="3186811"/>
                  </a:lnTo>
                  <a:lnTo>
                    <a:pt x="16891" y="3169920"/>
                  </a:lnTo>
                  <a:lnTo>
                    <a:pt x="10989691" y="3169920"/>
                  </a:lnTo>
                  <a:lnTo>
                    <a:pt x="10989691" y="3186811"/>
                  </a:lnTo>
                  <a:lnTo>
                    <a:pt x="10972800" y="3186811"/>
                  </a:lnTo>
                  <a:lnTo>
                    <a:pt x="10972800" y="16891"/>
                  </a:lnTo>
                  <a:lnTo>
                    <a:pt x="10989691" y="16891"/>
                  </a:lnTo>
                  <a:lnTo>
                    <a:pt x="10989691" y="33909"/>
                  </a:lnTo>
                  <a:lnTo>
                    <a:pt x="16891" y="33909"/>
                  </a:lnTo>
                  <a:close/>
                </a:path>
              </a:pathLst>
            </a:custGeom>
            <a:solidFill>
              <a:srgbClr val="0891B2"/>
            </a:solidFill>
          </p:spPr>
        </p:sp>
      </p:grpSp>
      <p:grpSp>
        <p:nvGrpSpPr>
          <p:cNvPr id="1983419370" name="Group 29"/>
          <p:cNvGrpSpPr/>
          <p:nvPr/>
        </p:nvGrpSpPr>
        <p:grpSpPr bwMode="auto">
          <a:xfrm rot="0">
            <a:off x="9509760" y="4626864"/>
            <a:ext cx="7680960" cy="640080"/>
            <a:chOff x="0" y="0"/>
            <a:chExt cx="10241280" cy="853440"/>
          </a:xfrm>
        </p:grpSpPr>
        <p:sp>
          <p:nvSpPr>
            <p:cNvPr id="30" name="Freeform 30"/>
            <p:cNvSpPr/>
            <p:nvPr/>
          </p:nvSpPr>
          <p:spPr bwMode="auto">
            <a:xfrm rot="0" flipH="0" flipV="0">
              <a:off x="0" y="0"/>
              <a:ext cx="10241280" cy="853440"/>
            </a:xfrm>
            <a:custGeom>
              <a:avLst/>
              <a:gdLst/>
              <a:ahLst/>
              <a:cxnLst/>
              <a:rect l="l" t="t" r="r" b="b"/>
              <a:pathLst>
                <a:path w="10241280" h="853440" fill="norm" stroke="1" extrusionOk="0">
                  <a:moveTo>
                    <a:pt x="0" y="0"/>
                  </a:moveTo>
                  <a:lnTo>
                    <a:pt x="10241280" y="0"/>
                  </a:lnTo>
                  <a:lnTo>
                    <a:pt x="10241280" y="853440"/>
                  </a:lnTo>
                  <a:lnTo>
                    <a:pt x="0" y="853440"/>
                  </a:lnTo>
                  <a:close/>
                </a:path>
              </a:pathLst>
            </a:custGeom>
            <a:blipFill rotWithShape="1">
              <a:blip r:embed="rId3">
                <a:alphaModFix amt="0"/>
              </a:blip>
              <a:stretch>
                <a:fillRect l="0" t="-183820" r="0" b="-183820"/>
              </a:stretch>
            </a:blipFill>
          </p:spPr>
        </p:sp>
        <p:sp>
          <p:nvSpPr>
            <p:cNvPr id="31" name="TextBox 31"/>
            <p:cNvSpPr txBox="1"/>
            <p:nvPr/>
          </p:nvSpPr>
          <p:spPr bwMode="auto">
            <a:xfrm>
              <a:off x="0" y="-47625"/>
              <a:ext cx="10241280" cy="901065"/>
            </a:xfrm>
            <a:prstGeom prst="rect">
              <a:avLst/>
            </a:prstGeom>
            <a:grpFill/>
          </p:spPr>
          <p:txBody>
            <a:bodyPr lIns="0" tIns="0" rIns="0" bIns="0" rtlCol="0" anchor="ctr"/>
            <a:lstStyle/>
            <a:p>
              <a:pPr algn="l">
                <a:lnSpc>
                  <a:spcPts val="3359"/>
                </a:lnSpc>
                <a:defRPr/>
              </a:pPr>
              <a:r>
                <a:rPr lang="en-US" sz="2800" b="1">
                  <a:solidFill>
                    <a:srgbClr val="0891B2"/>
                  </a:solidFill>
                  <a:latin typeface="Calibri (MS) Bold"/>
                  <a:ea typeface="Calibri (MS) Bold"/>
                  <a:cs typeface="Calibri (MS) Bold"/>
                </a:rPr>
                <a:t>💰  Economic Impact</a:t>
              </a:r>
              <a:endParaRPr/>
            </a:p>
          </p:txBody>
        </p:sp>
      </p:grpSp>
      <p:grpSp>
        <p:nvGrpSpPr>
          <p:cNvPr id="309754602" name="Group 32"/>
          <p:cNvGrpSpPr/>
          <p:nvPr/>
        </p:nvGrpSpPr>
        <p:grpSpPr bwMode="auto">
          <a:xfrm rot="0">
            <a:off x="9509760" y="5248656"/>
            <a:ext cx="7680960" cy="1371600"/>
            <a:chOff x="0" y="0"/>
            <a:chExt cx="10241280" cy="1828800"/>
          </a:xfrm>
        </p:grpSpPr>
        <p:sp>
          <p:nvSpPr>
            <p:cNvPr id="33" name="Freeform 33"/>
            <p:cNvSpPr/>
            <p:nvPr/>
          </p:nvSpPr>
          <p:spPr bwMode="auto">
            <a:xfrm rot="0" flipH="0" flipV="0">
              <a:off x="0" y="0"/>
              <a:ext cx="10241280" cy="1828800"/>
            </a:xfrm>
            <a:custGeom>
              <a:avLst/>
              <a:gdLst/>
              <a:ahLst/>
              <a:cxnLst/>
              <a:rect l="l" t="t" r="r" b="b"/>
              <a:pathLst>
                <a:path w="10241280" h="1828800" fill="norm" stroke="1" extrusionOk="0">
                  <a:moveTo>
                    <a:pt x="0" y="0"/>
                  </a:moveTo>
                  <a:lnTo>
                    <a:pt x="10241280" y="0"/>
                  </a:lnTo>
                  <a:lnTo>
                    <a:pt x="10241280" y="1828800"/>
                  </a:lnTo>
                  <a:lnTo>
                    <a:pt x="0" y="1828800"/>
                  </a:lnTo>
                  <a:close/>
                </a:path>
              </a:pathLst>
            </a:custGeom>
            <a:blipFill rotWithShape="1">
              <a:blip r:embed="rId3">
                <a:alphaModFix amt="0"/>
              </a:blip>
              <a:stretch>
                <a:fillRect l="0" t="-59116" r="0" b="-59115"/>
              </a:stretch>
            </a:blipFill>
          </p:spPr>
        </p:sp>
        <p:sp>
          <p:nvSpPr>
            <p:cNvPr id="34" name="TextBox 34"/>
            <p:cNvSpPr txBox="1"/>
            <p:nvPr/>
          </p:nvSpPr>
          <p:spPr bwMode="auto">
            <a:xfrm>
              <a:off x="0" y="-47625"/>
              <a:ext cx="10241280" cy="1876425"/>
            </a:xfrm>
            <a:prstGeom prst="rect">
              <a:avLst/>
            </a:prstGeom>
            <a:grpFill/>
          </p:spPr>
          <p:txBody>
            <a:bodyPr lIns="0" tIns="0" rIns="0" bIns="0" rtlCol="0" anchor="ctr"/>
            <a:lstStyle/>
            <a:p>
              <a:pPr algn="l">
                <a:lnSpc>
                  <a:spcPts val="2640"/>
                </a:lnSpc>
                <a:defRPr/>
              </a:pPr>
              <a:r>
                <a:rPr lang="en-US" sz="2200">
                  <a:solidFill>
                    <a:srgbClr val="CBD5E1"/>
                  </a:solidFill>
                  <a:latin typeface="Calibri (MS)"/>
                  <a:ea typeface="Calibri (MS)"/>
                  <a:cs typeface="Calibri (MS)"/>
                </a:rPr>
                <a:t>Items like phones, wallets, IDs cost significant money when lost permanently</a:t>
              </a:r>
              <a:endParaRPr/>
            </a:p>
          </p:txBody>
        </p:sp>
      </p:grpSp>
      <p:grpSp>
        <p:nvGrpSpPr>
          <p:cNvPr id="2003995476" name="Group 35"/>
          <p:cNvGrpSpPr/>
          <p:nvPr/>
        </p:nvGrpSpPr>
        <p:grpSpPr bwMode="auto">
          <a:xfrm rot="0">
            <a:off x="535943" y="7119623"/>
            <a:ext cx="8255003" cy="2402843"/>
            <a:chOff x="0" y="0"/>
            <a:chExt cx="11006671" cy="3203791"/>
          </a:xfrm>
        </p:grpSpPr>
        <p:sp>
          <p:nvSpPr>
            <p:cNvPr id="36" name="Freeform 36"/>
            <p:cNvSpPr/>
            <p:nvPr/>
          </p:nvSpPr>
          <p:spPr bwMode="auto">
            <a:xfrm rot="0" flipH="0" flipV="0">
              <a:off x="16891" y="16891"/>
              <a:ext cx="10972800" cy="3169920"/>
            </a:xfrm>
            <a:custGeom>
              <a:avLst/>
              <a:gdLst/>
              <a:ahLst/>
              <a:cxnLst/>
              <a:rect l="l" t="t" r="r" b="b"/>
              <a:pathLst>
                <a:path w="10972800" h="3169920" fill="norm" stroke="1" extrusionOk="0">
                  <a:moveTo>
                    <a:pt x="0" y="0"/>
                  </a:moveTo>
                  <a:lnTo>
                    <a:pt x="10972800" y="0"/>
                  </a:lnTo>
                  <a:lnTo>
                    <a:pt x="10972800" y="3169920"/>
                  </a:lnTo>
                  <a:lnTo>
                    <a:pt x="0" y="3169920"/>
                  </a:lnTo>
                  <a:close/>
                </a:path>
              </a:pathLst>
            </a:custGeom>
            <a:solidFill>
              <a:srgbClr val="FFFFFF">
                <a:alpha val="1176"/>
              </a:srgbClr>
            </a:solidFill>
          </p:spPr>
        </p:sp>
        <p:sp>
          <p:nvSpPr>
            <p:cNvPr id="37" name="Freeform 37"/>
            <p:cNvSpPr/>
            <p:nvPr/>
          </p:nvSpPr>
          <p:spPr bwMode="auto">
            <a:xfrm rot="0" flipH="0" flipV="0">
              <a:off x="0" y="0"/>
              <a:ext cx="11006582" cy="3203702"/>
            </a:xfrm>
            <a:custGeom>
              <a:avLst/>
              <a:gdLst/>
              <a:ahLst/>
              <a:cxnLst/>
              <a:rect l="l" t="t" r="r" b="b"/>
              <a:pathLst>
                <a:path w="11006582" h="3203702" fill="norm" stroke="1" extrusionOk="0">
                  <a:moveTo>
                    <a:pt x="16891" y="0"/>
                  </a:moveTo>
                  <a:lnTo>
                    <a:pt x="10989691" y="0"/>
                  </a:lnTo>
                  <a:cubicBezTo>
                    <a:pt x="10999089" y="0"/>
                    <a:pt x="11006582" y="7620"/>
                    <a:pt x="11006582" y="16891"/>
                  </a:cubicBezTo>
                  <a:lnTo>
                    <a:pt x="11006582" y="3186811"/>
                  </a:lnTo>
                  <a:cubicBezTo>
                    <a:pt x="11006582" y="3196209"/>
                    <a:pt x="10998962" y="3203702"/>
                    <a:pt x="10989691" y="3203702"/>
                  </a:cubicBezTo>
                  <a:lnTo>
                    <a:pt x="16891" y="3203702"/>
                  </a:lnTo>
                  <a:cubicBezTo>
                    <a:pt x="7493" y="3203702"/>
                    <a:pt x="0" y="3196082"/>
                    <a:pt x="0" y="3186811"/>
                  </a:cubicBezTo>
                  <a:lnTo>
                    <a:pt x="0" y="16891"/>
                  </a:lnTo>
                  <a:cubicBezTo>
                    <a:pt x="0" y="7620"/>
                    <a:pt x="7620" y="0"/>
                    <a:pt x="16891" y="0"/>
                  </a:cubicBezTo>
                  <a:moveTo>
                    <a:pt x="16891" y="33909"/>
                  </a:moveTo>
                  <a:lnTo>
                    <a:pt x="16891" y="16891"/>
                  </a:lnTo>
                  <a:lnTo>
                    <a:pt x="33909" y="16891"/>
                  </a:lnTo>
                  <a:lnTo>
                    <a:pt x="33909" y="3186811"/>
                  </a:lnTo>
                  <a:lnTo>
                    <a:pt x="16891" y="3186811"/>
                  </a:lnTo>
                  <a:lnTo>
                    <a:pt x="16891" y="3169920"/>
                  </a:lnTo>
                  <a:lnTo>
                    <a:pt x="10989691" y="3169920"/>
                  </a:lnTo>
                  <a:lnTo>
                    <a:pt x="10989691" y="3186811"/>
                  </a:lnTo>
                  <a:lnTo>
                    <a:pt x="10972800" y="3186811"/>
                  </a:lnTo>
                  <a:lnTo>
                    <a:pt x="10972800" y="16891"/>
                  </a:lnTo>
                  <a:lnTo>
                    <a:pt x="10989691" y="16891"/>
                  </a:lnTo>
                  <a:lnTo>
                    <a:pt x="10989691" y="33909"/>
                  </a:lnTo>
                  <a:lnTo>
                    <a:pt x="16891" y="33909"/>
                  </a:lnTo>
                  <a:close/>
                </a:path>
              </a:pathLst>
            </a:custGeom>
            <a:solidFill>
              <a:srgbClr val="0891B2"/>
            </a:solidFill>
          </p:spPr>
        </p:sp>
      </p:grpSp>
      <p:grpSp>
        <p:nvGrpSpPr>
          <p:cNvPr id="1169585472" name="Group 38"/>
          <p:cNvGrpSpPr/>
          <p:nvPr/>
        </p:nvGrpSpPr>
        <p:grpSpPr bwMode="auto">
          <a:xfrm rot="0">
            <a:off x="731520" y="7278624"/>
            <a:ext cx="7680960" cy="640080"/>
            <a:chOff x="0" y="0"/>
            <a:chExt cx="10241280" cy="853440"/>
          </a:xfrm>
        </p:grpSpPr>
        <p:sp>
          <p:nvSpPr>
            <p:cNvPr id="39" name="Freeform 39"/>
            <p:cNvSpPr/>
            <p:nvPr/>
          </p:nvSpPr>
          <p:spPr bwMode="auto">
            <a:xfrm rot="0" flipH="0" flipV="0">
              <a:off x="0" y="0"/>
              <a:ext cx="10241280" cy="853440"/>
            </a:xfrm>
            <a:custGeom>
              <a:avLst/>
              <a:gdLst/>
              <a:ahLst/>
              <a:cxnLst/>
              <a:rect l="l" t="t" r="r" b="b"/>
              <a:pathLst>
                <a:path w="10241280" h="853440" fill="norm" stroke="1" extrusionOk="0">
                  <a:moveTo>
                    <a:pt x="0" y="0"/>
                  </a:moveTo>
                  <a:lnTo>
                    <a:pt x="10241280" y="0"/>
                  </a:lnTo>
                  <a:lnTo>
                    <a:pt x="10241280" y="853440"/>
                  </a:lnTo>
                  <a:lnTo>
                    <a:pt x="0" y="853440"/>
                  </a:lnTo>
                  <a:close/>
                </a:path>
              </a:pathLst>
            </a:custGeom>
            <a:blipFill rotWithShape="1">
              <a:blip r:embed="rId3">
                <a:alphaModFix amt="0"/>
              </a:blip>
              <a:stretch>
                <a:fillRect l="0" t="-183820" r="0" b="-183820"/>
              </a:stretch>
            </a:blipFill>
          </p:spPr>
        </p:sp>
        <p:sp>
          <p:nvSpPr>
            <p:cNvPr id="40" name="TextBox 40"/>
            <p:cNvSpPr txBox="1"/>
            <p:nvPr/>
          </p:nvSpPr>
          <p:spPr bwMode="auto">
            <a:xfrm>
              <a:off x="0" y="-47625"/>
              <a:ext cx="10241280" cy="901065"/>
            </a:xfrm>
            <a:prstGeom prst="rect">
              <a:avLst/>
            </a:prstGeom>
            <a:grpFill/>
          </p:spPr>
          <p:txBody>
            <a:bodyPr lIns="0" tIns="0" rIns="0" bIns="0" rtlCol="0" anchor="ctr"/>
            <a:lstStyle/>
            <a:p>
              <a:pPr algn="l">
                <a:lnSpc>
                  <a:spcPts val="3359"/>
                </a:lnSpc>
                <a:defRPr/>
              </a:pPr>
              <a:r>
                <a:rPr lang="en-US" sz="2800" b="1">
                  <a:solidFill>
                    <a:srgbClr val="0891B2"/>
                  </a:solidFill>
                  <a:latin typeface="Calibri (MS) Bold"/>
                  <a:ea typeface="Calibri (MS) Bold"/>
                  <a:cs typeface="Calibri (MS) Bold"/>
                </a:rPr>
                <a:t>⚡  Tech Solution</a:t>
              </a:r>
              <a:endParaRPr/>
            </a:p>
          </p:txBody>
        </p:sp>
      </p:grpSp>
      <p:grpSp>
        <p:nvGrpSpPr>
          <p:cNvPr id="208681922" name="Group 41"/>
          <p:cNvGrpSpPr/>
          <p:nvPr/>
        </p:nvGrpSpPr>
        <p:grpSpPr bwMode="auto">
          <a:xfrm rot="0">
            <a:off x="731520" y="7900416"/>
            <a:ext cx="7680960" cy="1371600"/>
            <a:chOff x="0" y="0"/>
            <a:chExt cx="10241280" cy="1828800"/>
          </a:xfrm>
        </p:grpSpPr>
        <p:sp>
          <p:nvSpPr>
            <p:cNvPr id="42" name="Freeform 42"/>
            <p:cNvSpPr/>
            <p:nvPr/>
          </p:nvSpPr>
          <p:spPr bwMode="auto">
            <a:xfrm rot="0" flipH="0" flipV="0">
              <a:off x="0" y="0"/>
              <a:ext cx="10241280" cy="1828800"/>
            </a:xfrm>
            <a:custGeom>
              <a:avLst/>
              <a:gdLst/>
              <a:ahLst/>
              <a:cxnLst/>
              <a:rect l="l" t="t" r="r" b="b"/>
              <a:pathLst>
                <a:path w="10241280" h="1828800" fill="norm" stroke="1" extrusionOk="0">
                  <a:moveTo>
                    <a:pt x="0" y="0"/>
                  </a:moveTo>
                  <a:lnTo>
                    <a:pt x="10241280" y="0"/>
                  </a:lnTo>
                  <a:lnTo>
                    <a:pt x="10241280" y="1828800"/>
                  </a:lnTo>
                  <a:lnTo>
                    <a:pt x="0" y="1828800"/>
                  </a:lnTo>
                  <a:close/>
                </a:path>
              </a:pathLst>
            </a:custGeom>
            <a:blipFill rotWithShape="1">
              <a:blip r:embed="rId3">
                <a:alphaModFix amt="0"/>
              </a:blip>
              <a:stretch>
                <a:fillRect l="0" t="-59116" r="0" b="-59115"/>
              </a:stretch>
            </a:blipFill>
          </p:spPr>
        </p:sp>
        <p:sp>
          <p:nvSpPr>
            <p:cNvPr id="43" name="TextBox 43"/>
            <p:cNvSpPr txBox="1"/>
            <p:nvPr/>
          </p:nvSpPr>
          <p:spPr bwMode="auto">
            <a:xfrm>
              <a:off x="0" y="-47625"/>
              <a:ext cx="10241280" cy="1876425"/>
            </a:xfrm>
            <a:prstGeom prst="rect">
              <a:avLst/>
            </a:prstGeom>
            <a:grpFill/>
          </p:spPr>
          <p:txBody>
            <a:bodyPr lIns="0" tIns="0" rIns="0" bIns="0" rtlCol="0" anchor="ctr"/>
            <a:lstStyle/>
            <a:p>
              <a:pPr algn="l">
                <a:lnSpc>
                  <a:spcPts val="2640"/>
                </a:lnSpc>
                <a:defRPr/>
              </a:pPr>
              <a:r>
                <a:rPr lang="en-US" sz="2200">
                  <a:solidFill>
                    <a:srgbClr val="CBD5E1"/>
                  </a:solidFill>
                  <a:latin typeface="Calibri (MS)"/>
                  <a:ea typeface="Calibri (MS)"/>
                  <a:cs typeface="Calibri (MS)"/>
                </a:rPr>
                <a:t>A simple web platform can solve this with minimal cost and high impact</a:t>
              </a:r>
              <a:endParaRPr/>
            </a:p>
          </p:txBody>
        </p:sp>
      </p:grpSp>
      <p:grpSp>
        <p:nvGrpSpPr>
          <p:cNvPr id="864034733" name="Group 44"/>
          <p:cNvGrpSpPr/>
          <p:nvPr/>
        </p:nvGrpSpPr>
        <p:grpSpPr bwMode="auto">
          <a:xfrm rot="0">
            <a:off x="9314183" y="7119623"/>
            <a:ext cx="8255003" cy="2402843"/>
            <a:chOff x="0" y="0"/>
            <a:chExt cx="11006671" cy="3203791"/>
          </a:xfrm>
        </p:grpSpPr>
        <p:sp>
          <p:nvSpPr>
            <p:cNvPr id="45" name="Freeform 45"/>
            <p:cNvSpPr/>
            <p:nvPr/>
          </p:nvSpPr>
          <p:spPr bwMode="auto">
            <a:xfrm rot="0" flipH="0" flipV="0">
              <a:off x="16891" y="16891"/>
              <a:ext cx="10972800" cy="3169920"/>
            </a:xfrm>
            <a:custGeom>
              <a:avLst/>
              <a:gdLst/>
              <a:ahLst/>
              <a:cxnLst/>
              <a:rect l="l" t="t" r="r" b="b"/>
              <a:pathLst>
                <a:path w="10972800" h="3169920" fill="norm" stroke="1" extrusionOk="0">
                  <a:moveTo>
                    <a:pt x="0" y="0"/>
                  </a:moveTo>
                  <a:lnTo>
                    <a:pt x="10972800" y="0"/>
                  </a:lnTo>
                  <a:lnTo>
                    <a:pt x="10972800" y="3169920"/>
                  </a:lnTo>
                  <a:lnTo>
                    <a:pt x="0" y="3169920"/>
                  </a:lnTo>
                  <a:close/>
                </a:path>
              </a:pathLst>
            </a:custGeom>
            <a:solidFill>
              <a:srgbClr val="FFFFFF">
                <a:alpha val="1176"/>
              </a:srgbClr>
            </a:solidFill>
          </p:spPr>
        </p:sp>
        <p:sp>
          <p:nvSpPr>
            <p:cNvPr id="46" name="Freeform 46"/>
            <p:cNvSpPr/>
            <p:nvPr/>
          </p:nvSpPr>
          <p:spPr bwMode="auto">
            <a:xfrm rot="0" flipH="0" flipV="0">
              <a:off x="0" y="0"/>
              <a:ext cx="11006582" cy="3203702"/>
            </a:xfrm>
            <a:custGeom>
              <a:avLst/>
              <a:gdLst/>
              <a:ahLst/>
              <a:cxnLst/>
              <a:rect l="l" t="t" r="r" b="b"/>
              <a:pathLst>
                <a:path w="11006582" h="3203702" fill="norm" stroke="1" extrusionOk="0">
                  <a:moveTo>
                    <a:pt x="16891" y="0"/>
                  </a:moveTo>
                  <a:lnTo>
                    <a:pt x="10989691" y="0"/>
                  </a:lnTo>
                  <a:cubicBezTo>
                    <a:pt x="10999089" y="0"/>
                    <a:pt x="11006582" y="7620"/>
                    <a:pt x="11006582" y="16891"/>
                  </a:cubicBezTo>
                  <a:lnTo>
                    <a:pt x="11006582" y="3186811"/>
                  </a:lnTo>
                  <a:cubicBezTo>
                    <a:pt x="11006582" y="3196209"/>
                    <a:pt x="10998962" y="3203702"/>
                    <a:pt x="10989691" y="3203702"/>
                  </a:cubicBezTo>
                  <a:lnTo>
                    <a:pt x="16891" y="3203702"/>
                  </a:lnTo>
                  <a:cubicBezTo>
                    <a:pt x="7493" y="3203702"/>
                    <a:pt x="0" y="3196082"/>
                    <a:pt x="0" y="3186811"/>
                  </a:cubicBezTo>
                  <a:lnTo>
                    <a:pt x="0" y="16891"/>
                  </a:lnTo>
                  <a:cubicBezTo>
                    <a:pt x="0" y="7620"/>
                    <a:pt x="7620" y="0"/>
                    <a:pt x="16891" y="0"/>
                  </a:cubicBezTo>
                  <a:moveTo>
                    <a:pt x="16891" y="33909"/>
                  </a:moveTo>
                  <a:lnTo>
                    <a:pt x="16891" y="16891"/>
                  </a:lnTo>
                  <a:lnTo>
                    <a:pt x="33909" y="16891"/>
                  </a:lnTo>
                  <a:lnTo>
                    <a:pt x="33909" y="3186811"/>
                  </a:lnTo>
                  <a:lnTo>
                    <a:pt x="16891" y="3186811"/>
                  </a:lnTo>
                  <a:lnTo>
                    <a:pt x="16891" y="3169920"/>
                  </a:lnTo>
                  <a:lnTo>
                    <a:pt x="10989691" y="3169920"/>
                  </a:lnTo>
                  <a:lnTo>
                    <a:pt x="10989691" y="3186811"/>
                  </a:lnTo>
                  <a:lnTo>
                    <a:pt x="10972800" y="3186811"/>
                  </a:lnTo>
                  <a:lnTo>
                    <a:pt x="10972800" y="16891"/>
                  </a:lnTo>
                  <a:lnTo>
                    <a:pt x="10989691" y="16891"/>
                  </a:lnTo>
                  <a:lnTo>
                    <a:pt x="10989691" y="33909"/>
                  </a:lnTo>
                  <a:lnTo>
                    <a:pt x="16891" y="33909"/>
                  </a:lnTo>
                  <a:close/>
                </a:path>
              </a:pathLst>
            </a:custGeom>
            <a:solidFill>
              <a:srgbClr val="0891B2"/>
            </a:solidFill>
          </p:spPr>
        </p:sp>
      </p:grpSp>
      <p:grpSp>
        <p:nvGrpSpPr>
          <p:cNvPr id="1312760815" name="Group 47"/>
          <p:cNvGrpSpPr/>
          <p:nvPr/>
        </p:nvGrpSpPr>
        <p:grpSpPr bwMode="auto">
          <a:xfrm rot="0">
            <a:off x="9509760" y="7278624"/>
            <a:ext cx="7680960" cy="640080"/>
            <a:chOff x="0" y="0"/>
            <a:chExt cx="10241280" cy="853440"/>
          </a:xfrm>
        </p:grpSpPr>
        <p:sp>
          <p:nvSpPr>
            <p:cNvPr id="48" name="Freeform 48"/>
            <p:cNvSpPr/>
            <p:nvPr/>
          </p:nvSpPr>
          <p:spPr bwMode="auto">
            <a:xfrm rot="0" flipH="0" flipV="0">
              <a:off x="0" y="0"/>
              <a:ext cx="10241280" cy="853440"/>
            </a:xfrm>
            <a:custGeom>
              <a:avLst/>
              <a:gdLst/>
              <a:ahLst/>
              <a:cxnLst/>
              <a:rect l="l" t="t" r="r" b="b"/>
              <a:pathLst>
                <a:path w="10241280" h="853440" fill="norm" stroke="1" extrusionOk="0">
                  <a:moveTo>
                    <a:pt x="0" y="0"/>
                  </a:moveTo>
                  <a:lnTo>
                    <a:pt x="10241280" y="0"/>
                  </a:lnTo>
                  <a:lnTo>
                    <a:pt x="10241280" y="853440"/>
                  </a:lnTo>
                  <a:lnTo>
                    <a:pt x="0" y="853440"/>
                  </a:lnTo>
                  <a:close/>
                </a:path>
              </a:pathLst>
            </a:custGeom>
            <a:blipFill rotWithShape="1">
              <a:blip r:embed="rId3">
                <a:alphaModFix amt="0"/>
              </a:blip>
              <a:stretch>
                <a:fillRect l="0" t="-183820" r="0" b="-183820"/>
              </a:stretch>
            </a:blipFill>
          </p:spPr>
        </p:sp>
        <p:sp>
          <p:nvSpPr>
            <p:cNvPr id="49" name="TextBox 49"/>
            <p:cNvSpPr txBox="1"/>
            <p:nvPr/>
          </p:nvSpPr>
          <p:spPr bwMode="auto">
            <a:xfrm>
              <a:off x="0" y="-47625"/>
              <a:ext cx="10241280" cy="901065"/>
            </a:xfrm>
            <a:prstGeom prst="rect">
              <a:avLst/>
            </a:prstGeom>
            <a:grpFill/>
          </p:spPr>
          <p:txBody>
            <a:bodyPr lIns="0" tIns="0" rIns="0" bIns="0" rtlCol="0" anchor="ctr"/>
            <a:lstStyle/>
            <a:p>
              <a:pPr algn="l">
                <a:lnSpc>
                  <a:spcPts val="3359"/>
                </a:lnSpc>
                <a:defRPr/>
              </a:pPr>
              <a:r>
                <a:rPr lang="en-US" sz="2800" b="1">
                  <a:solidFill>
                    <a:srgbClr val="0891B2"/>
                  </a:solidFill>
                  <a:latin typeface="Calibri (MS) Bold"/>
                  <a:ea typeface="Calibri (MS) Bold"/>
                  <a:cs typeface="Calibri (MS) Bold"/>
                </a:rPr>
                <a:t>🤝  Social Good</a:t>
              </a:r>
              <a:endParaRPr/>
            </a:p>
          </p:txBody>
        </p:sp>
      </p:grpSp>
      <p:grpSp>
        <p:nvGrpSpPr>
          <p:cNvPr id="1799396872" name="Group 50"/>
          <p:cNvGrpSpPr/>
          <p:nvPr/>
        </p:nvGrpSpPr>
        <p:grpSpPr bwMode="auto">
          <a:xfrm rot="0">
            <a:off x="9509760" y="7900416"/>
            <a:ext cx="7680960" cy="1371600"/>
            <a:chOff x="0" y="0"/>
            <a:chExt cx="10241280" cy="1828800"/>
          </a:xfrm>
        </p:grpSpPr>
        <p:sp>
          <p:nvSpPr>
            <p:cNvPr id="51" name="Freeform 51"/>
            <p:cNvSpPr/>
            <p:nvPr/>
          </p:nvSpPr>
          <p:spPr bwMode="auto">
            <a:xfrm rot="0" flipH="0" flipV="0">
              <a:off x="0" y="0"/>
              <a:ext cx="10241280" cy="1828800"/>
            </a:xfrm>
            <a:custGeom>
              <a:avLst/>
              <a:gdLst/>
              <a:ahLst/>
              <a:cxnLst/>
              <a:rect l="l" t="t" r="r" b="b"/>
              <a:pathLst>
                <a:path w="10241280" h="1828800" fill="norm" stroke="1" extrusionOk="0">
                  <a:moveTo>
                    <a:pt x="0" y="0"/>
                  </a:moveTo>
                  <a:lnTo>
                    <a:pt x="10241280" y="0"/>
                  </a:lnTo>
                  <a:lnTo>
                    <a:pt x="10241280" y="1828800"/>
                  </a:lnTo>
                  <a:lnTo>
                    <a:pt x="0" y="1828800"/>
                  </a:lnTo>
                  <a:close/>
                </a:path>
              </a:pathLst>
            </a:custGeom>
            <a:blipFill rotWithShape="1">
              <a:blip r:embed="rId3">
                <a:alphaModFix amt="0"/>
              </a:blip>
              <a:stretch>
                <a:fillRect l="0" t="-59116" r="0" b="-59115"/>
              </a:stretch>
            </a:blipFill>
          </p:spPr>
        </p:sp>
        <p:sp>
          <p:nvSpPr>
            <p:cNvPr id="52" name="TextBox 52"/>
            <p:cNvSpPr txBox="1"/>
            <p:nvPr/>
          </p:nvSpPr>
          <p:spPr bwMode="auto">
            <a:xfrm>
              <a:off x="0" y="-47625"/>
              <a:ext cx="10241280" cy="1876425"/>
            </a:xfrm>
            <a:prstGeom prst="rect">
              <a:avLst/>
            </a:prstGeom>
            <a:grpFill/>
          </p:spPr>
          <p:txBody>
            <a:bodyPr lIns="0" tIns="0" rIns="0" bIns="0" rtlCol="0" anchor="ctr"/>
            <a:lstStyle/>
            <a:p>
              <a:pPr algn="l">
                <a:lnSpc>
                  <a:spcPts val="2640"/>
                </a:lnSpc>
                <a:defRPr/>
              </a:pPr>
              <a:r>
                <a:rPr lang="en-US" sz="2200">
                  <a:solidFill>
                    <a:srgbClr val="CBD5E1"/>
                  </a:solidFill>
                  <a:latin typeface="Calibri (MS)"/>
                  <a:ea typeface="Calibri (MS)"/>
                  <a:cs typeface="Calibri (MS)"/>
                </a:rPr>
                <a:t>Helping people recover lost items builds community trust and goodwill</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0F9FF"/>
        </a:solidFill>
      </p:bgPr>
    </p:bg>
    <p:spTree>
      <p:nvGrpSpPr>
        <p:cNvPr id="1" name=""/>
        <p:cNvGrpSpPr/>
        <p:nvPr/>
      </p:nvGrpSpPr>
      <p:grpSpPr bwMode="auto">
        <a:xfrm>
          <a:off x="0" y="0"/>
          <a:ext cx="0" cy="0"/>
          <a:chOff x="0" y="0"/>
          <a:chExt cx="0" cy="0"/>
        </a:xfrm>
      </p:grpSpPr>
      <p:grpSp>
        <p:nvGrpSpPr>
          <p:cNvPr id="1864143562" name="Group 2"/>
          <p:cNvGrpSpPr/>
          <p:nvPr/>
        </p:nvGrpSpPr>
        <p:grpSpPr bwMode="auto">
          <a:xfrm rot="0">
            <a:off x="-12697" y="-12697"/>
            <a:ext cx="18313403" cy="1397003"/>
            <a:chOff x="0" y="0"/>
            <a:chExt cx="24417871" cy="1862671"/>
          </a:xfrm>
        </p:grpSpPr>
        <p:sp>
          <p:nvSpPr>
            <p:cNvPr id="3" name="Freeform 3"/>
            <p:cNvSpPr/>
            <p:nvPr/>
          </p:nvSpPr>
          <p:spPr bwMode="auto">
            <a:xfrm rot="0" flipH="0" flipV="0">
              <a:off x="16891" y="16891"/>
              <a:ext cx="24383999" cy="1828800"/>
            </a:xfrm>
            <a:custGeom>
              <a:avLst/>
              <a:gdLst/>
              <a:ahLst/>
              <a:cxnLst/>
              <a:rect l="l" t="t" r="r" b="b"/>
              <a:pathLst>
                <a:path w="24383999" h="1828800" fill="norm" stroke="1" extrusionOk="0">
                  <a:moveTo>
                    <a:pt x="0" y="0"/>
                  </a:moveTo>
                  <a:lnTo>
                    <a:pt x="24383999" y="0"/>
                  </a:lnTo>
                  <a:lnTo>
                    <a:pt x="24383999" y="1828800"/>
                  </a:lnTo>
                  <a:lnTo>
                    <a:pt x="0" y="1828800"/>
                  </a:lnTo>
                  <a:close/>
                </a:path>
              </a:pathLst>
            </a:custGeom>
            <a:solidFill>
              <a:srgbClr val="1A2E4A"/>
            </a:solidFill>
          </p:spPr>
        </p:sp>
        <p:sp>
          <p:nvSpPr>
            <p:cNvPr id="4" name="Freeform 4"/>
            <p:cNvSpPr/>
            <p:nvPr/>
          </p:nvSpPr>
          <p:spPr bwMode="auto">
            <a:xfrm rot="0" flipH="0" flipV="0">
              <a:off x="0" y="0"/>
              <a:ext cx="24417782" cy="1862582"/>
            </a:xfrm>
            <a:custGeom>
              <a:avLst/>
              <a:gdLst/>
              <a:ahLst/>
              <a:cxnLst/>
              <a:rect l="l" t="t" r="r" b="b"/>
              <a:pathLst>
                <a:path w="24417782" h="1862582" fill="norm" stroke="1" extrusionOk="0">
                  <a:moveTo>
                    <a:pt x="16891" y="0"/>
                  </a:moveTo>
                  <a:lnTo>
                    <a:pt x="24400890" y="0"/>
                  </a:lnTo>
                  <a:cubicBezTo>
                    <a:pt x="24410290" y="0"/>
                    <a:pt x="24417782" y="7620"/>
                    <a:pt x="24417782" y="16891"/>
                  </a:cubicBezTo>
                  <a:lnTo>
                    <a:pt x="24417782" y="1845691"/>
                  </a:lnTo>
                  <a:cubicBezTo>
                    <a:pt x="24417782" y="1855089"/>
                    <a:pt x="24410163" y="1862582"/>
                    <a:pt x="24400890"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4400890" y="1828800"/>
                  </a:lnTo>
                  <a:lnTo>
                    <a:pt x="24400890" y="1845691"/>
                  </a:lnTo>
                  <a:lnTo>
                    <a:pt x="24384000" y="1845691"/>
                  </a:lnTo>
                  <a:lnTo>
                    <a:pt x="24384000" y="16891"/>
                  </a:lnTo>
                  <a:lnTo>
                    <a:pt x="24400890" y="16891"/>
                  </a:lnTo>
                  <a:lnTo>
                    <a:pt x="24400890" y="33909"/>
                  </a:lnTo>
                  <a:lnTo>
                    <a:pt x="16891" y="33909"/>
                  </a:lnTo>
                  <a:close/>
                </a:path>
              </a:pathLst>
            </a:custGeom>
            <a:solidFill>
              <a:srgbClr val="1A2E4A"/>
            </a:solidFill>
          </p:spPr>
        </p:sp>
      </p:grpSp>
      <p:grpSp>
        <p:nvGrpSpPr>
          <p:cNvPr id="1945553787" name="Group 5"/>
          <p:cNvGrpSpPr/>
          <p:nvPr/>
        </p:nvGrpSpPr>
        <p:grpSpPr bwMode="auto">
          <a:xfrm rot="0">
            <a:off x="731520" y="0"/>
            <a:ext cx="16824960" cy="1371600"/>
            <a:chOff x="0" y="0"/>
            <a:chExt cx="22433280" cy="1828800"/>
          </a:xfrm>
        </p:grpSpPr>
        <p:sp>
          <p:nvSpPr>
            <p:cNvPr id="6" name="Freeform 6"/>
            <p:cNvSpPr/>
            <p:nvPr/>
          </p:nvSpPr>
          <p:spPr bwMode="auto">
            <a:xfrm rot="0" flipH="0" flipV="0">
              <a:off x="0" y="0"/>
              <a:ext cx="22433280" cy="1828800"/>
            </a:xfrm>
            <a:custGeom>
              <a:avLst/>
              <a:gdLst/>
              <a:ahLst/>
              <a:cxnLst/>
              <a:rect l="l" t="t" r="r" b="b"/>
              <a:pathLst>
                <a:path w="22433280" h="1828800" fill="norm" stroke="1" extrusionOk="0">
                  <a:moveTo>
                    <a:pt x="0" y="0"/>
                  </a:moveTo>
                  <a:lnTo>
                    <a:pt x="22433280" y="0"/>
                  </a:lnTo>
                  <a:lnTo>
                    <a:pt x="22433280" y="1828800"/>
                  </a:lnTo>
                  <a:lnTo>
                    <a:pt x="0" y="1828800"/>
                  </a:lnTo>
                  <a:close/>
                </a:path>
              </a:pathLst>
            </a:custGeom>
            <a:blipFill rotWithShape="1">
              <a:blip r:embed="rId3">
                <a:alphaModFix amt="0"/>
              </a:blip>
              <a:stretch>
                <a:fillRect l="0" t="-189016" r="0" b="-189015"/>
              </a:stretch>
            </a:blipFill>
          </p:spPr>
        </p:sp>
        <p:sp>
          <p:nvSpPr>
            <p:cNvPr id="7" name="TextBox 7"/>
            <p:cNvSpPr txBox="1"/>
            <p:nvPr/>
          </p:nvSpPr>
          <p:spPr bwMode="auto">
            <a:xfrm>
              <a:off x="0" y="-76200"/>
              <a:ext cx="22433280" cy="1905000"/>
            </a:xfrm>
            <a:prstGeom prst="rect">
              <a:avLst/>
            </a:prstGeom>
            <a:grpFill/>
          </p:spPr>
          <p:txBody>
            <a:bodyPr lIns="0" tIns="0" rIns="0" bIns="0" rtlCol="0" anchor="ctr"/>
            <a:lstStyle/>
            <a:p>
              <a:pPr algn="l">
                <a:lnSpc>
                  <a:spcPts val="4800"/>
                </a:lnSpc>
                <a:defRPr/>
              </a:pPr>
              <a:r>
                <a:rPr lang="en-US" sz="4000" b="1">
                  <a:solidFill>
                    <a:srgbClr val="FFFFFF"/>
                  </a:solidFill>
                  <a:latin typeface="Calibri (MS) Bold"/>
                  <a:ea typeface="Calibri (MS) Bold"/>
                  <a:cs typeface="Calibri (MS) Bold"/>
                </a:rPr>
                <a:t>05  Methodology &amp; Proposed System</a:t>
              </a:r>
              <a:endParaRPr/>
            </a:p>
          </p:txBody>
        </p:sp>
      </p:grpSp>
      <p:grpSp>
        <p:nvGrpSpPr>
          <p:cNvPr id="1302778907" name="Group 8"/>
          <p:cNvGrpSpPr/>
          <p:nvPr/>
        </p:nvGrpSpPr>
        <p:grpSpPr bwMode="auto">
          <a:xfrm rot="0">
            <a:off x="901703" y="1816103"/>
            <a:ext cx="2402843" cy="2402843"/>
            <a:chOff x="0" y="0"/>
            <a:chExt cx="3203791" cy="3203791"/>
          </a:xfrm>
        </p:grpSpPr>
        <p:sp>
          <p:nvSpPr>
            <p:cNvPr id="9" name="Freeform 9"/>
            <p:cNvSpPr/>
            <p:nvPr/>
          </p:nvSpPr>
          <p:spPr bwMode="auto">
            <a:xfrm rot="0" flipH="0" flipV="0">
              <a:off x="16891" y="16891"/>
              <a:ext cx="3169920" cy="3169920"/>
            </a:xfrm>
            <a:custGeom>
              <a:avLst/>
              <a:gdLst/>
              <a:ahLst/>
              <a:cxnLst/>
              <a:rect l="l" t="t" r="r" b="b"/>
              <a:pathLst>
                <a:path w="3169920" h="3169920" fill="norm" stroke="1" extrusionOk="0">
                  <a:moveTo>
                    <a:pt x="0" y="1584960"/>
                  </a:moveTo>
                  <a:cubicBezTo>
                    <a:pt x="0" y="709549"/>
                    <a:pt x="709549" y="0"/>
                    <a:pt x="1584960" y="0"/>
                  </a:cubicBezTo>
                  <a:cubicBezTo>
                    <a:pt x="2460371" y="0"/>
                    <a:pt x="3169920" y="709549"/>
                    <a:pt x="3169920" y="1584960"/>
                  </a:cubicBezTo>
                  <a:cubicBezTo>
                    <a:pt x="3169920" y="2460371"/>
                    <a:pt x="2460371" y="3169920"/>
                    <a:pt x="1584960" y="3169920"/>
                  </a:cubicBezTo>
                  <a:cubicBezTo>
                    <a:pt x="709549" y="3169920"/>
                    <a:pt x="0" y="2460371"/>
                    <a:pt x="0" y="1584960"/>
                  </a:cubicBezTo>
                  <a:close/>
                </a:path>
              </a:pathLst>
            </a:custGeom>
            <a:solidFill>
              <a:srgbClr val="1A2E4A"/>
            </a:solidFill>
          </p:spPr>
        </p:sp>
        <p:sp>
          <p:nvSpPr>
            <p:cNvPr id="10" name="Freeform 10"/>
            <p:cNvSpPr/>
            <p:nvPr/>
          </p:nvSpPr>
          <p:spPr bwMode="auto">
            <a:xfrm rot="0" flipH="0" flipV="0">
              <a:off x="0" y="0"/>
              <a:ext cx="3203702" cy="3203702"/>
            </a:xfrm>
            <a:custGeom>
              <a:avLst/>
              <a:gdLst/>
              <a:ahLst/>
              <a:cxnLst/>
              <a:rect l="l" t="t" r="r" b="b"/>
              <a:pathLst>
                <a:path w="3203702" h="3203702" fill="norm" stroke="1" extrusionOk="0">
                  <a:moveTo>
                    <a:pt x="0" y="1601851"/>
                  </a:moveTo>
                  <a:cubicBezTo>
                    <a:pt x="0" y="717169"/>
                    <a:pt x="717169" y="0"/>
                    <a:pt x="1601851" y="0"/>
                  </a:cubicBezTo>
                  <a:lnTo>
                    <a:pt x="1601851" y="16891"/>
                  </a:lnTo>
                  <a:lnTo>
                    <a:pt x="1601851" y="0"/>
                  </a:lnTo>
                  <a:cubicBezTo>
                    <a:pt x="2486533" y="0"/>
                    <a:pt x="3203702" y="717169"/>
                    <a:pt x="3203702" y="1601851"/>
                  </a:cubicBezTo>
                  <a:cubicBezTo>
                    <a:pt x="3203702" y="2486533"/>
                    <a:pt x="2486533" y="3203702"/>
                    <a:pt x="1601851" y="3203702"/>
                  </a:cubicBezTo>
                  <a:lnTo>
                    <a:pt x="1601851" y="3186811"/>
                  </a:lnTo>
                  <a:lnTo>
                    <a:pt x="1601851" y="3203702"/>
                  </a:lnTo>
                  <a:cubicBezTo>
                    <a:pt x="717169" y="3203829"/>
                    <a:pt x="0" y="2486533"/>
                    <a:pt x="0" y="1601851"/>
                  </a:cubicBezTo>
                  <a:lnTo>
                    <a:pt x="16891" y="1601851"/>
                  </a:lnTo>
                  <a:lnTo>
                    <a:pt x="31115" y="1610995"/>
                  </a:lnTo>
                  <a:cubicBezTo>
                    <a:pt x="27051" y="1617345"/>
                    <a:pt x="19304" y="1620266"/>
                    <a:pt x="12065" y="1618107"/>
                  </a:cubicBezTo>
                  <a:cubicBezTo>
                    <a:pt x="4826" y="1615948"/>
                    <a:pt x="0" y="1609471"/>
                    <a:pt x="0" y="1601851"/>
                  </a:cubicBezTo>
                  <a:moveTo>
                    <a:pt x="33909" y="1601851"/>
                  </a:moveTo>
                  <a:lnTo>
                    <a:pt x="16891" y="1601851"/>
                  </a:lnTo>
                  <a:lnTo>
                    <a:pt x="2667" y="1592707"/>
                  </a:lnTo>
                  <a:cubicBezTo>
                    <a:pt x="6731" y="1586357"/>
                    <a:pt x="14478" y="1583436"/>
                    <a:pt x="21717" y="1585595"/>
                  </a:cubicBezTo>
                  <a:cubicBezTo>
                    <a:pt x="28956" y="1587754"/>
                    <a:pt x="33909" y="1594358"/>
                    <a:pt x="33909" y="1601851"/>
                  </a:cubicBezTo>
                  <a:cubicBezTo>
                    <a:pt x="33909" y="2467864"/>
                    <a:pt x="735965" y="3169920"/>
                    <a:pt x="1601978" y="3169920"/>
                  </a:cubicBezTo>
                  <a:cubicBezTo>
                    <a:pt x="2467991" y="3169920"/>
                    <a:pt x="3170047" y="2467864"/>
                    <a:pt x="3170047" y="1601851"/>
                  </a:cubicBezTo>
                  <a:lnTo>
                    <a:pt x="3186938" y="1601851"/>
                  </a:lnTo>
                  <a:lnTo>
                    <a:pt x="3170047" y="1601851"/>
                  </a:lnTo>
                  <a:cubicBezTo>
                    <a:pt x="3170047" y="735838"/>
                    <a:pt x="2467991" y="33782"/>
                    <a:pt x="1601978" y="33782"/>
                  </a:cubicBezTo>
                  <a:lnTo>
                    <a:pt x="1601978" y="16891"/>
                  </a:lnTo>
                  <a:lnTo>
                    <a:pt x="1601978" y="33909"/>
                  </a:lnTo>
                  <a:cubicBezTo>
                    <a:pt x="735838" y="33909"/>
                    <a:pt x="33909" y="735838"/>
                    <a:pt x="33909" y="1601851"/>
                  </a:cubicBezTo>
                  <a:close/>
                </a:path>
              </a:pathLst>
            </a:custGeom>
            <a:solidFill>
              <a:srgbClr val="1A2E4A"/>
            </a:solidFill>
          </p:spPr>
        </p:sp>
      </p:grpSp>
      <p:grpSp>
        <p:nvGrpSpPr>
          <p:cNvPr id="261594016" name="Group 11"/>
          <p:cNvGrpSpPr/>
          <p:nvPr/>
        </p:nvGrpSpPr>
        <p:grpSpPr bwMode="auto">
          <a:xfrm rot="0">
            <a:off x="914400" y="1828800"/>
            <a:ext cx="2377440" cy="2377440"/>
            <a:chOff x="0" y="0"/>
            <a:chExt cx="3169920" cy="3169920"/>
          </a:xfrm>
        </p:grpSpPr>
        <p:sp>
          <p:nvSpPr>
            <p:cNvPr id="12" name="Freeform 12"/>
            <p:cNvSpPr/>
            <p:nvPr/>
          </p:nvSpPr>
          <p:spPr bwMode="auto">
            <a:xfrm rot="0" flipH="0" flipV="0">
              <a:off x="0" y="0"/>
              <a:ext cx="3169920" cy="3169920"/>
            </a:xfrm>
            <a:custGeom>
              <a:avLst/>
              <a:gdLst/>
              <a:ahLst/>
              <a:cxnLst/>
              <a:rect l="l" t="t" r="r" b="b"/>
              <a:pathLst>
                <a:path w="3169920" h="3169920" fill="norm" stroke="1" extrusionOk="0">
                  <a:moveTo>
                    <a:pt x="0" y="0"/>
                  </a:moveTo>
                  <a:lnTo>
                    <a:pt x="3169920" y="0"/>
                  </a:lnTo>
                  <a:lnTo>
                    <a:pt x="3169920" y="3169920"/>
                  </a:lnTo>
                  <a:lnTo>
                    <a:pt x="0" y="3169920"/>
                  </a:lnTo>
                  <a:close/>
                </a:path>
              </a:pathLst>
            </a:custGeom>
            <a:blipFill rotWithShape="1">
              <a:blip r:embed="rId3">
                <a:alphaModFix amt="0"/>
              </a:blip>
              <a:stretch>
                <a:fillRect l="-78303" t="0" r="-78303" b="0"/>
              </a:stretch>
            </a:blipFill>
          </p:spPr>
        </p:sp>
        <p:sp>
          <p:nvSpPr>
            <p:cNvPr id="13" name="TextBox 13"/>
            <p:cNvSpPr txBox="1"/>
            <p:nvPr/>
          </p:nvSpPr>
          <p:spPr bwMode="auto">
            <a:xfrm>
              <a:off x="0" y="-114300"/>
              <a:ext cx="3169920" cy="3284220"/>
            </a:xfrm>
            <a:prstGeom prst="rect">
              <a:avLst/>
            </a:prstGeom>
            <a:grpFill/>
          </p:spPr>
          <p:txBody>
            <a:bodyPr lIns="0" tIns="0" rIns="0" bIns="0" rtlCol="0" anchor="ctr"/>
            <a:lstStyle/>
            <a:p>
              <a:pPr algn="ctr">
                <a:lnSpc>
                  <a:spcPts val="6719"/>
                </a:lnSpc>
                <a:defRPr/>
              </a:pPr>
              <a:r>
                <a:rPr lang="en-US" sz="5600" b="1">
                  <a:solidFill>
                    <a:srgbClr val="FFFFFF"/>
                  </a:solidFill>
                  <a:latin typeface="Calibri (MS) Bold"/>
                  <a:ea typeface="Calibri (MS) Bold"/>
                  <a:cs typeface="Calibri (MS) Bold"/>
                </a:rPr>
                <a:t>1</a:t>
              </a:r>
              <a:endParaRPr/>
            </a:p>
          </p:txBody>
        </p:sp>
      </p:grpSp>
      <p:grpSp>
        <p:nvGrpSpPr>
          <p:cNvPr id="1816762701" name="Group 14"/>
          <p:cNvGrpSpPr/>
          <p:nvPr/>
        </p:nvGrpSpPr>
        <p:grpSpPr bwMode="auto">
          <a:xfrm rot="0">
            <a:off x="548640" y="4297680"/>
            <a:ext cx="3108960" cy="1097280"/>
            <a:chOff x="0" y="0"/>
            <a:chExt cx="4145280" cy="1463040"/>
          </a:xfrm>
        </p:grpSpPr>
        <p:sp>
          <p:nvSpPr>
            <p:cNvPr id="15" name="Freeform 15"/>
            <p:cNvSpPr/>
            <p:nvPr/>
          </p:nvSpPr>
          <p:spPr bwMode="auto">
            <a:xfrm rot="0" flipH="0" flipV="0">
              <a:off x="0" y="0"/>
              <a:ext cx="4145280" cy="1463040"/>
            </a:xfrm>
            <a:custGeom>
              <a:avLst/>
              <a:gdLst/>
              <a:ahLst/>
              <a:cxnLst/>
              <a:rect l="l" t="t" r="r" b="b"/>
              <a:pathLst>
                <a:path w="4145280" h="1463040" fill="norm" stroke="1" extrusionOk="0">
                  <a:moveTo>
                    <a:pt x="0" y="0"/>
                  </a:moveTo>
                  <a:lnTo>
                    <a:pt x="4145280" y="0"/>
                  </a:lnTo>
                  <a:lnTo>
                    <a:pt x="4145280" y="1463040"/>
                  </a:lnTo>
                  <a:lnTo>
                    <a:pt x="0" y="1463040"/>
                  </a:lnTo>
                  <a:close/>
                </a:path>
              </a:pathLst>
            </a:custGeom>
            <a:blipFill rotWithShape="1">
              <a:blip r:embed="rId3">
                <a:alphaModFix amt="0"/>
              </a:blip>
              <a:stretch>
                <a:fillRect l="0" t="-5207" r="0" b="-5206"/>
              </a:stretch>
            </a:blipFill>
          </p:spPr>
        </p:sp>
        <p:sp>
          <p:nvSpPr>
            <p:cNvPr id="16" name="TextBox 16"/>
            <p:cNvSpPr txBox="1"/>
            <p:nvPr/>
          </p:nvSpPr>
          <p:spPr bwMode="auto">
            <a:xfrm>
              <a:off x="0" y="-47625"/>
              <a:ext cx="4145280" cy="1510665"/>
            </a:xfrm>
            <a:prstGeom prst="rect">
              <a:avLst/>
            </a:prstGeom>
            <a:grpFill/>
          </p:spPr>
          <p:txBody>
            <a:bodyPr lIns="0" tIns="0" rIns="0" bIns="0" rtlCol="0" anchor="ctr"/>
            <a:lstStyle/>
            <a:p>
              <a:pPr algn="ctr">
                <a:lnSpc>
                  <a:spcPts val="2640"/>
                </a:lnSpc>
                <a:defRPr/>
              </a:pPr>
              <a:r>
                <a:rPr lang="en-US" sz="2200" b="1">
                  <a:solidFill>
                    <a:srgbClr val="0F172A"/>
                  </a:solidFill>
                  <a:latin typeface="Calibri (MS) Bold"/>
                  <a:ea typeface="Calibri (MS) Bold"/>
                  <a:cs typeface="Calibri (MS) Bold"/>
                </a:rPr>
                <a:t>User</a:t>
              </a:r>
              <a:endParaRPr/>
            </a:p>
            <a:p>
              <a:pPr algn="ctr">
                <a:lnSpc>
                  <a:spcPts val="2640"/>
                </a:lnSpc>
                <a:defRPr/>
              </a:pPr>
              <a:r>
                <a:rPr lang="en-US" sz="2200" b="1">
                  <a:solidFill>
                    <a:srgbClr val="0F172A"/>
                  </a:solidFill>
                  <a:latin typeface="Calibri (MS) Bold"/>
                  <a:ea typeface="Calibri (MS) Bold"/>
                  <a:cs typeface="Calibri (MS) Bold"/>
                </a:rPr>
                <a:t>Registers</a:t>
              </a:r>
              <a:endParaRPr/>
            </a:p>
          </p:txBody>
        </p:sp>
      </p:grpSp>
      <p:grpSp>
        <p:nvGrpSpPr>
          <p:cNvPr id="1871073997" name="Group 17"/>
          <p:cNvGrpSpPr/>
          <p:nvPr/>
        </p:nvGrpSpPr>
        <p:grpSpPr bwMode="auto">
          <a:xfrm rot="0">
            <a:off x="3297431" y="2913382"/>
            <a:ext cx="939803" cy="171707"/>
            <a:chOff x="0" y="0"/>
            <a:chExt cx="1253071" cy="228943"/>
          </a:xfrm>
        </p:grpSpPr>
        <p:sp>
          <p:nvSpPr>
            <p:cNvPr id="18" name="Freeform 18"/>
            <p:cNvSpPr/>
            <p:nvPr/>
          </p:nvSpPr>
          <p:spPr bwMode="auto">
            <a:xfrm rot="0" flipH="0" flipV="0">
              <a:off x="16891" y="16891"/>
              <a:ext cx="1219200" cy="195072"/>
            </a:xfrm>
            <a:custGeom>
              <a:avLst/>
              <a:gdLst/>
              <a:ahLst/>
              <a:cxnLst/>
              <a:rect l="l" t="t" r="r" b="b"/>
              <a:pathLst>
                <a:path w="1219200" h="195072" fill="norm" stroke="1" extrusionOk="0">
                  <a:moveTo>
                    <a:pt x="0" y="0"/>
                  </a:moveTo>
                  <a:lnTo>
                    <a:pt x="1219200" y="0"/>
                  </a:lnTo>
                  <a:lnTo>
                    <a:pt x="1219200" y="195072"/>
                  </a:lnTo>
                  <a:lnTo>
                    <a:pt x="0" y="195072"/>
                  </a:lnTo>
                  <a:close/>
                </a:path>
              </a:pathLst>
            </a:custGeom>
            <a:solidFill>
              <a:srgbClr val="64748B"/>
            </a:solidFill>
          </p:spPr>
        </p:sp>
        <p:sp>
          <p:nvSpPr>
            <p:cNvPr id="19" name="Freeform 19"/>
            <p:cNvSpPr/>
            <p:nvPr/>
          </p:nvSpPr>
          <p:spPr bwMode="auto">
            <a:xfrm rot="0" flipH="0" flipV="0">
              <a:off x="0" y="0"/>
              <a:ext cx="1252982" cy="228856"/>
            </a:xfrm>
            <a:custGeom>
              <a:avLst/>
              <a:gdLst/>
              <a:ahLst/>
              <a:cxnLst/>
              <a:rect l="l" t="t" r="r" b="b"/>
              <a:pathLst>
                <a:path w="1252982" h="228856" fill="norm" stroke="1" extrusionOk="0">
                  <a:moveTo>
                    <a:pt x="16891" y="0"/>
                  </a:moveTo>
                  <a:lnTo>
                    <a:pt x="1236091" y="0"/>
                  </a:lnTo>
                  <a:cubicBezTo>
                    <a:pt x="1245489" y="0"/>
                    <a:pt x="1252982" y="7620"/>
                    <a:pt x="1252982" y="16891"/>
                  </a:cubicBezTo>
                  <a:lnTo>
                    <a:pt x="1252982" y="211963"/>
                  </a:lnTo>
                  <a:cubicBezTo>
                    <a:pt x="1252982" y="221361"/>
                    <a:pt x="1245362" y="228854"/>
                    <a:pt x="123609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1236091" y="195072"/>
                  </a:lnTo>
                  <a:lnTo>
                    <a:pt x="1236091" y="211963"/>
                  </a:lnTo>
                  <a:lnTo>
                    <a:pt x="1219200" y="211963"/>
                  </a:lnTo>
                  <a:lnTo>
                    <a:pt x="1219200" y="16891"/>
                  </a:lnTo>
                  <a:lnTo>
                    <a:pt x="1236091" y="16891"/>
                  </a:lnTo>
                  <a:lnTo>
                    <a:pt x="1236091" y="33909"/>
                  </a:lnTo>
                  <a:lnTo>
                    <a:pt x="16891" y="33909"/>
                  </a:lnTo>
                  <a:close/>
                </a:path>
              </a:pathLst>
            </a:custGeom>
            <a:solidFill>
              <a:srgbClr val="64748B"/>
            </a:solidFill>
          </p:spPr>
        </p:sp>
      </p:grpSp>
      <p:grpSp>
        <p:nvGrpSpPr>
          <p:cNvPr id="1629305251" name="Group 20"/>
          <p:cNvGrpSpPr/>
          <p:nvPr/>
        </p:nvGrpSpPr>
        <p:grpSpPr bwMode="auto">
          <a:xfrm rot="0">
            <a:off x="4266695" y="1816103"/>
            <a:ext cx="2402843" cy="2402843"/>
            <a:chOff x="0" y="0"/>
            <a:chExt cx="3203791" cy="3203791"/>
          </a:xfrm>
        </p:grpSpPr>
        <p:sp>
          <p:nvSpPr>
            <p:cNvPr id="21" name="Freeform 21"/>
            <p:cNvSpPr/>
            <p:nvPr/>
          </p:nvSpPr>
          <p:spPr bwMode="auto">
            <a:xfrm rot="0" flipH="0" flipV="0">
              <a:off x="16891" y="16891"/>
              <a:ext cx="3169920" cy="3169920"/>
            </a:xfrm>
            <a:custGeom>
              <a:avLst/>
              <a:gdLst/>
              <a:ahLst/>
              <a:cxnLst/>
              <a:rect l="l" t="t" r="r" b="b"/>
              <a:pathLst>
                <a:path w="3169920" h="3169920" fill="norm" stroke="1" extrusionOk="0">
                  <a:moveTo>
                    <a:pt x="0" y="1584960"/>
                  </a:moveTo>
                  <a:cubicBezTo>
                    <a:pt x="0" y="709549"/>
                    <a:pt x="709549" y="0"/>
                    <a:pt x="1584960" y="0"/>
                  </a:cubicBezTo>
                  <a:cubicBezTo>
                    <a:pt x="2460371" y="0"/>
                    <a:pt x="3169920" y="709549"/>
                    <a:pt x="3169920" y="1584960"/>
                  </a:cubicBezTo>
                  <a:cubicBezTo>
                    <a:pt x="3169920" y="2460371"/>
                    <a:pt x="2460371" y="3169920"/>
                    <a:pt x="1584960" y="3169920"/>
                  </a:cubicBezTo>
                  <a:cubicBezTo>
                    <a:pt x="709549" y="3169920"/>
                    <a:pt x="0" y="2460371"/>
                    <a:pt x="0" y="1584960"/>
                  </a:cubicBezTo>
                  <a:close/>
                </a:path>
              </a:pathLst>
            </a:custGeom>
            <a:solidFill>
              <a:srgbClr val="0891B2"/>
            </a:solidFill>
          </p:spPr>
        </p:sp>
        <p:sp>
          <p:nvSpPr>
            <p:cNvPr id="22" name="Freeform 22"/>
            <p:cNvSpPr/>
            <p:nvPr/>
          </p:nvSpPr>
          <p:spPr bwMode="auto">
            <a:xfrm rot="0" flipH="0" flipV="0">
              <a:off x="0" y="0"/>
              <a:ext cx="3203702" cy="3203702"/>
            </a:xfrm>
            <a:custGeom>
              <a:avLst/>
              <a:gdLst/>
              <a:ahLst/>
              <a:cxnLst/>
              <a:rect l="l" t="t" r="r" b="b"/>
              <a:pathLst>
                <a:path w="3203702" h="3203702" fill="norm" stroke="1" extrusionOk="0">
                  <a:moveTo>
                    <a:pt x="0" y="1601851"/>
                  </a:moveTo>
                  <a:cubicBezTo>
                    <a:pt x="0" y="717169"/>
                    <a:pt x="717169" y="0"/>
                    <a:pt x="1601851" y="0"/>
                  </a:cubicBezTo>
                  <a:lnTo>
                    <a:pt x="1601851" y="16891"/>
                  </a:lnTo>
                  <a:lnTo>
                    <a:pt x="1601851" y="0"/>
                  </a:lnTo>
                  <a:cubicBezTo>
                    <a:pt x="2486533" y="0"/>
                    <a:pt x="3203702" y="717169"/>
                    <a:pt x="3203702" y="1601851"/>
                  </a:cubicBezTo>
                  <a:cubicBezTo>
                    <a:pt x="3203702" y="2486533"/>
                    <a:pt x="2486533" y="3203702"/>
                    <a:pt x="1601851" y="3203702"/>
                  </a:cubicBezTo>
                  <a:lnTo>
                    <a:pt x="1601851" y="3186811"/>
                  </a:lnTo>
                  <a:lnTo>
                    <a:pt x="1601851" y="3203702"/>
                  </a:lnTo>
                  <a:cubicBezTo>
                    <a:pt x="717169" y="3203829"/>
                    <a:pt x="0" y="2486533"/>
                    <a:pt x="0" y="1601851"/>
                  </a:cubicBezTo>
                  <a:lnTo>
                    <a:pt x="16891" y="1601851"/>
                  </a:lnTo>
                  <a:lnTo>
                    <a:pt x="31115" y="1610995"/>
                  </a:lnTo>
                  <a:cubicBezTo>
                    <a:pt x="27051" y="1617345"/>
                    <a:pt x="19304" y="1620266"/>
                    <a:pt x="12065" y="1618107"/>
                  </a:cubicBezTo>
                  <a:cubicBezTo>
                    <a:pt x="4826" y="1615948"/>
                    <a:pt x="0" y="1609471"/>
                    <a:pt x="0" y="1601851"/>
                  </a:cubicBezTo>
                  <a:moveTo>
                    <a:pt x="33909" y="1601851"/>
                  </a:moveTo>
                  <a:lnTo>
                    <a:pt x="16891" y="1601851"/>
                  </a:lnTo>
                  <a:lnTo>
                    <a:pt x="2667" y="1592707"/>
                  </a:lnTo>
                  <a:cubicBezTo>
                    <a:pt x="6731" y="1586357"/>
                    <a:pt x="14478" y="1583436"/>
                    <a:pt x="21717" y="1585595"/>
                  </a:cubicBezTo>
                  <a:cubicBezTo>
                    <a:pt x="28956" y="1587754"/>
                    <a:pt x="33909" y="1594358"/>
                    <a:pt x="33909" y="1601851"/>
                  </a:cubicBezTo>
                  <a:cubicBezTo>
                    <a:pt x="33909" y="2467864"/>
                    <a:pt x="735965" y="3169920"/>
                    <a:pt x="1601978" y="3169920"/>
                  </a:cubicBezTo>
                  <a:cubicBezTo>
                    <a:pt x="2467991" y="3169920"/>
                    <a:pt x="3170047" y="2467864"/>
                    <a:pt x="3170047" y="1601851"/>
                  </a:cubicBezTo>
                  <a:lnTo>
                    <a:pt x="3186938" y="1601851"/>
                  </a:lnTo>
                  <a:lnTo>
                    <a:pt x="3170047" y="1601851"/>
                  </a:lnTo>
                  <a:cubicBezTo>
                    <a:pt x="3170047" y="735838"/>
                    <a:pt x="2467991" y="33782"/>
                    <a:pt x="1601978" y="33782"/>
                  </a:cubicBezTo>
                  <a:lnTo>
                    <a:pt x="1601978" y="16891"/>
                  </a:lnTo>
                  <a:lnTo>
                    <a:pt x="1601978" y="33909"/>
                  </a:lnTo>
                  <a:cubicBezTo>
                    <a:pt x="735838" y="33909"/>
                    <a:pt x="33909" y="735838"/>
                    <a:pt x="33909" y="1601851"/>
                  </a:cubicBezTo>
                  <a:close/>
                </a:path>
              </a:pathLst>
            </a:custGeom>
            <a:solidFill>
              <a:srgbClr val="0891B2"/>
            </a:solidFill>
          </p:spPr>
        </p:sp>
      </p:grpSp>
      <p:grpSp>
        <p:nvGrpSpPr>
          <p:cNvPr id="1452232448" name="Group 23"/>
          <p:cNvGrpSpPr/>
          <p:nvPr/>
        </p:nvGrpSpPr>
        <p:grpSpPr bwMode="auto">
          <a:xfrm rot="0">
            <a:off x="4279392" y="1828800"/>
            <a:ext cx="2377440" cy="2377440"/>
            <a:chOff x="0" y="0"/>
            <a:chExt cx="3169920" cy="3169920"/>
          </a:xfrm>
        </p:grpSpPr>
        <p:sp>
          <p:nvSpPr>
            <p:cNvPr id="24" name="Freeform 24"/>
            <p:cNvSpPr/>
            <p:nvPr/>
          </p:nvSpPr>
          <p:spPr bwMode="auto">
            <a:xfrm rot="0" flipH="0" flipV="0">
              <a:off x="0" y="0"/>
              <a:ext cx="3169920" cy="3169920"/>
            </a:xfrm>
            <a:custGeom>
              <a:avLst/>
              <a:gdLst/>
              <a:ahLst/>
              <a:cxnLst/>
              <a:rect l="l" t="t" r="r" b="b"/>
              <a:pathLst>
                <a:path w="3169920" h="3169920" fill="norm" stroke="1" extrusionOk="0">
                  <a:moveTo>
                    <a:pt x="0" y="0"/>
                  </a:moveTo>
                  <a:lnTo>
                    <a:pt x="3169920" y="0"/>
                  </a:lnTo>
                  <a:lnTo>
                    <a:pt x="3169920" y="3169920"/>
                  </a:lnTo>
                  <a:lnTo>
                    <a:pt x="0" y="3169920"/>
                  </a:lnTo>
                  <a:close/>
                </a:path>
              </a:pathLst>
            </a:custGeom>
            <a:blipFill rotWithShape="1">
              <a:blip r:embed="rId3">
                <a:alphaModFix amt="0"/>
              </a:blip>
              <a:stretch>
                <a:fillRect l="-78303" t="0" r="-78303" b="0"/>
              </a:stretch>
            </a:blipFill>
          </p:spPr>
        </p:sp>
        <p:sp>
          <p:nvSpPr>
            <p:cNvPr id="25" name="TextBox 25"/>
            <p:cNvSpPr txBox="1"/>
            <p:nvPr/>
          </p:nvSpPr>
          <p:spPr bwMode="auto">
            <a:xfrm>
              <a:off x="0" y="-114300"/>
              <a:ext cx="3169920" cy="3284220"/>
            </a:xfrm>
            <a:prstGeom prst="rect">
              <a:avLst/>
            </a:prstGeom>
            <a:grpFill/>
          </p:spPr>
          <p:txBody>
            <a:bodyPr lIns="0" tIns="0" rIns="0" bIns="0" rtlCol="0" anchor="ctr"/>
            <a:lstStyle/>
            <a:p>
              <a:pPr algn="ctr">
                <a:lnSpc>
                  <a:spcPts val="6719"/>
                </a:lnSpc>
                <a:defRPr/>
              </a:pPr>
              <a:r>
                <a:rPr lang="en-US" sz="5600" b="1">
                  <a:solidFill>
                    <a:srgbClr val="FFFFFF"/>
                  </a:solidFill>
                  <a:latin typeface="Calibri (MS) Bold"/>
                  <a:ea typeface="Calibri (MS) Bold"/>
                  <a:cs typeface="Calibri (MS) Bold"/>
                </a:rPr>
                <a:t>2</a:t>
              </a:r>
              <a:endParaRPr/>
            </a:p>
          </p:txBody>
        </p:sp>
      </p:grpSp>
      <p:grpSp>
        <p:nvGrpSpPr>
          <p:cNvPr id="1337312664" name="Group 26"/>
          <p:cNvGrpSpPr/>
          <p:nvPr/>
        </p:nvGrpSpPr>
        <p:grpSpPr bwMode="auto">
          <a:xfrm rot="0">
            <a:off x="3913632" y="4297680"/>
            <a:ext cx="3108960" cy="1097280"/>
            <a:chOff x="0" y="0"/>
            <a:chExt cx="4145280" cy="1463040"/>
          </a:xfrm>
        </p:grpSpPr>
        <p:sp>
          <p:nvSpPr>
            <p:cNvPr id="27" name="Freeform 27"/>
            <p:cNvSpPr/>
            <p:nvPr/>
          </p:nvSpPr>
          <p:spPr bwMode="auto">
            <a:xfrm rot="0" flipH="0" flipV="0">
              <a:off x="0" y="0"/>
              <a:ext cx="4145280" cy="1463040"/>
            </a:xfrm>
            <a:custGeom>
              <a:avLst/>
              <a:gdLst/>
              <a:ahLst/>
              <a:cxnLst/>
              <a:rect l="l" t="t" r="r" b="b"/>
              <a:pathLst>
                <a:path w="4145280" h="1463040" fill="norm" stroke="1" extrusionOk="0">
                  <a:moveTo>
                    <a:pt x="0" y="0"/>
                  </a:moveTo>
                  <a:lnTo>
                    <a:pt x="4145280" y="0"/>
                  </a:lnTo>
                  <a:lnTo>
                    <a:pt x="4145280" y="1463040"/>
                  </a:lnTo>
                  <a:lnTo>
                    <a:pt x="0" y="1463040"/>
                  </a:lnTo>
                  <a:close/>
                </a:path>
              </a:pathLst>
            </a:custGeom>
            <a:blipFill rotWithShape="1">
              <a:blip r:embed="rId3">
                <a:alphaModFix amt="0"/>
              </a:blip>
              <a:stretch>
                <a:fillRect l="0" t="-5207" r="0" b="-5206"/>
              </a:stretch>
            </a:blipFill>
          </p:spPr>
        </p:sp>
        <p:sp>
          <p:nvSpPr>
            <p:cNvPr id="28" name="TextBox 28"/>
            <p:cNvSpPr txBox="1"/>
            <p:nvPr/>
          </p:nvSpPr>
          <p:spPr bwMode="auto">
            <a:xfrm>
              <a:off x="0" y="-47625"/>
              <a:ext cx="4145280" cy="1510665"/>
            </a:xfrm>
            <a:prstGeom prst="rect">
              <a:avLst/>
            </a:prstGeom>
            <a:grpFill/>
          </p:spPr>
          <p:txBody>
            <a:bodyPr lIns="0" tIns="0" rIns="0" bIns="0" rtlCol="0" anchor="ctr"/>
            <a:lstStyle/>
            <a:p>
              <a:pPr algn="ctr">
                <a:lnSpc>
                  <a:spcPts val="2640"/>
                </a:lnSpc>
                <a:defRPr/>
              </a:pPr>
              <a:r>
                <a:rPr lang="en-US" sz="2200" b="1">
                  <a:solidFill>
                    <a:srgbClr val="0F172A"/>
                  </a:solidFill>
                  <a:latin typeface="Calibri (MS) Bold"/>
                  <a:ea typeface="Calibri (MS) Bold"/>
                  <a:cs typeface="Calibri (MS) Bold"/>
                </a:rPr>
                <a:t>Report Lost</a:t>
              </a:r>
              <a:endParaRPr/>
            </a:p>
            <a:p>
              <a:pPr algn="ctr">
                <a:lnSpc>
                  <a:spcPts val="2640"/>
                </a:lnSpc>
                <a:defRPr/>
              </a:pPr>
              <a:r>
                <a:rPr lang="en-US" sz="2200" b="1">
                  <a:solidFill>
                    <a:srgbClr val="0F172A"/>
                  </a:solidFill>
                  <a:latin typeface="Calibri (MS) Bold"/>
                  <a:ea typeface="Calibri (MS) Bold"/>
                  <a:cs typeface="Calibri (MS) Bold"/>
                </a:rPr>
                <a:t>or Found</a:t>
              </a:r>
              <a:endParaRPr/>
            </a:p>
          </p:txBody>
        </p:sp>
      </p:grpSp>
      <p:grpSp>
        <p:nvGrpSpPr>
          <p:cNvPr id="1474227675" name="Group 29"/>
          <p:cNvGrpSpPr/>
          <p:nvPr/>
        </p:nvGrpSpPr>
        <p:grpSpPr bwMode="auto">
          <a:xfrm rot="0">
            <a:off x="6662423" y="2913382"/>
            <a:ext cx="939803" cy="171707"/>
            <a:chOff x="0" y="0"/>
            <a:chExt cx="1253071" cy="228943"/>
          </a:xfrm>
        </p:grpSpPr>
        <p:sp>
          <p:nvSpPr>
            <p:cNvPr id="30" name="Freeform 30"/>
            <p:cNvSpPr/>
            <p:nvPr/>
          </p:nvSpPr>
          <p:spPr bwMode="auto">
            <a:xfrm rot="0" flipH="0" flipV="0">
              <a:off x="16891" y="16891"/>
              <a:ext cx="1219200" cy="195072"/>
            </a:xfrm>
            <a:custGeom>
              <a:avLst/>
              <a:gdLst/>
              <a:ahLst/>
              <a:cxnLst/>
              <a:rect l="l" t="t" r="r" b="b"/>
              <a:pathLst>
                <a:path w="1219200" h="195072" fill="norm" stroke="1" extrusionOk="0">
                  <a:moveTo>
                    <a:pt x="0" y="0"/>
                  </a:moveTo>
                  <a:lnTo>
                    <a:pt x="1219200" y="0"/>
                  </a:lnTo>
                  <a:lnTo>
                    <a:pt x="1219200" y="195072"/>
                  </a:lnTo>
                  <a:lnTo>
                    <a:pt x="0" y="195072"/>
                  </a:lnTo>
                  <a:close/>
                </a:path>
              </a:pathLst>
            </a:custGeom>
            <a:solidFill>
              <a:srgbClr val="64748B"/>
            </a:solidFill>
          </p:spPr>
        </p:sp>
        <p:sp>
          <p:nvSpPr>
            <p:cNvPr id="31" name="Freeform 31"/>
            <p:cNvSpPr/>
            <p:nvPr/>
          </p:nvSpPr>
          <p:spPr bwMode="auto">
            <a:xfrm rot="0" flipH="0" flipV="0">
              <a:off x="0" y="0"/>
              <a:ext cx="1252982" cy="228856"/>
            </a:xfrm>
            <a:custGeom>
              <a:avLst/>
              <a:gdLst/>
              <a:ahLst/>
              <a:cxnLst/>
              <a:rect l="l" t="t" r="r" b="b"/>
              <a:pathLst>
                <a:path w="1252982" h="228856" fill="norm" stroke="1" extrusionOk="0">
                  <a:moveTo>
                    <a:pt x="16891" y="0"/>
                  </a:moveTo>
                  <a:lnTo>
                    <a:pt x="1236091" y="0"/>
                  </a:lnTo>
                  <a:cubicBezTo>
                    <a:pt x="1245489" y="0"/>
                    <a:pt x="1252982" y="7620"/>
                    <a:pt x="1252982" y="16891"/>
                  </a:cubicBezTo>
                  <a:lnTo>
                    <a:pt x="1252982" y="211963"/>
                  </a:lnTo>
                  <a:cubicBezTo>
                    <a:pt x="1252982" y="221361"/>
                    <a:pt x="1245362" y="228854"/>
                    <a:pt x="123609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1236091" y="195072"/>
                  </a:lnTo>
                  <a:lnTo>
                    <a:pt x="1236091" y="211963"/>
                  </a:lnTo>
                  <a:lnTo>
                    <a:pt x="1219200" y="211963"/>
                  </a:lnTo>
                  <a:lnTo>
                    <a:pt x="1219200" y="16891"/>
                  </a:lnTo>
                  <a:lnTo>
                    <a:pt x="1236091" y="16891"/>
                  </a:lnTo>
                  <a:lnTo>
                    <a:pt x="1236091" y="33909"/>
                  </a:lnTo>
                  <a:lnTo>
                    <a:pt x="16891" y="33909"/>
                  </a:lnTo>
                  <a:close/>
                </a:path>
              </a:pathLst>
            </a:custGeom>
            <a:solidFill>
              <a:srgbClr val="64748B"/>
            </a:solidFill>
          </p:spPr>
        </p:sp>
      </p:grpSp>
      <p:grpSp>
        <p:nvGrpSpPr>
          <p:cNvPr id="1730742359" name="Group 32"/>
          <p:cNvGrpSpPr/>
          <p:nvPr/>
        </p:nvGrpSpPr>
        <p:grpSpPr bwMode="auto">
          <a:xfrm rot="0">
            <a:off x="7631687" y="1816103"/>
            <a:ext cx="2402843" cy="2402843"/>
            <a:chOff x="0" y="0"/>
            <a:chExt cx="3203791" cy="3203791"/>
          </a:xfrm>
        </p:grpSpPr>
        <p:sp>
          <p:nvSpPr>
            <p:cNvPr id="33" name="Freeform 33"/>
            <p:cNvSpPr/>
            <p:nvPr/>
          </p:nvSpPr>
          <p:spPr bwMode="auto">
            <a:xfrm rot="0" flipH="0" flipV="0">
              <a:off x="16891" y="16891"/>
              <a:ext cx="3169920" cy="3169920"/>
            </a:xfrm>
            <a:custGeom>
              <a:avLst/>
              <a:gdLst/>
              <a:ahLst/>
              <a:cxnLst/>
              <a:rect l="l" t="t" r="r" b="b"/>
              <a:pathLst>
                <a:path w="3169920" h="3169920" fill="norm" stroke="1" extrusionOk="0">
                  <a:moveTo>
                    <a:pt x="0" y="1584960"/>
                  </a:moveTo>
                  <a:cubicBezTo>
                    <a:pt x="0" y="709549"/>
                    <a:pt x="709549" y="0"/>
                    <a:pt x="1584960" y="0"/>
                  </a:cubicBezTo>
                  <a:cubicBezTo>
                    <a:pt x="2460371" y="0"/>
                    <a:pt x="3169920" y="709549"/>
                    <a:pt x="3169920" y="1584960"/>
                  </a:cubicBezTo>
                  <a:cubicBezTo>
                    <a:pt x="3169920" y="2460371"/>
                    <a:pt x="2460371" y="3169920"/>
                    <a:pt x="1584960" y="3169920"/>
                  </a:cubicBezTo>
                  <a:cubicBezTo>
                    <a:pt x="709549" y="3169920"/>
                    <a:pt x="0" y="2460371"/>
                    <a:pt x="0" y="1584960"/>
                  </a:cubicBezTo>
                  <a:close/>
                </a:path>
              </a:pathLst>
            </a:custGeom>
            <a:solidFill>
              <a:srgbClr val="0E7490"/>
            </a:solidFill>
          </p:spPr>
        </p:sp>
        <p:sp>
          <p:nvSpPr>
            <p:cNvPr id="34" name="Freeform 34"/>
            <p:cNvSpPr/>
            <p:nvPr/>
          </p:nvSpPr>
          <p:spPr bwMode="auto">
            <a:xfrm rot="0" flipH="0" flipV="0">
              <a:off x="0" y="0"/>
              <a:ext cx="3203702" cy="3203702"/>
            </a:xfrm>
            <a:custGeom>
              <a:avLst/>
              <a:gdLst/>
              <a:ahLst/>
              <a:cxnLst/>
              <a:rect l="l" t="t" r="r" b="b"/>
              <a:pathLst>
                <a:path w="3203702" h="3203702" fill="norm" stroke="1" extrusionOk="0">
                  <a:moveTo>
                    <a:pt x="0" y="1601851"/>
                  </a:moveTo>
                  <a:cubicBezTo>
                    <a:pt x="0" y="717169"/>
                    <a:pt x="717169" y="0"/>
                    <a:pt x="1601851" y="0"/>
                  </a:cubicBezTo>
                  <a:lnTo>
                    <a:pt x="1601851" y="16891"/>
                  </a:lnTo>
                  <a:lnTo>
                    <a:pt x="1601851" y="0"/>
                  </a:lnTo>
                  <a:cubicBezTo>
                    <a:pt x="2486533" y="0"/>
                    <a:pt x="3203702" y="717169"/>
                    <a:pt x="3203702" y="1601851"/>
                  </a:cubicBezTo>
                  <a:cubicBezTo>
                    <a:pt x="3203702" y="2486533"/>
                    <a:pt x="2486533" y="3203702"/>
                    <a:pt x="1601851" y="3203702"/>
                  </a:cubicBezTo>
                  <a:lnTo>
                    <a:pt x="1601851" y="3186811"/>
                  </a:lnTo>
                  <a:lnTo>
                    <a:pt x="1601851" y="3203702"/>
                  </a:lnTo>
                  <a:cubicBezTo>
                    <a:pt x="717169" y="3203829"/>
                    <a:pt x="0" y="2486533"/>
                    <a:pt x="0" y="1601851"/>
                  </a:cubicBezTo>
                  <a:lnTo>
                    <a:pt x="16891" y="1601851"/>
                  </a:lnTo>
                  <a:lnTo>
                    <a:pt x="31115" y="1610995"/>
                  </a:lnTo>
                  <a:cubicBezTo>
                    <a:pt x="27051" y="1617345"/>
                    <a:pt x="19304" y="1620266"/>
                    <a:pt x="12065" y="1618107"/>
                  </a:cubicBezTo>
                  <a:cubicBezTo>
                    <a:pt x="4826" y="1615948"/>
                    <a:pt x="0" y="1609471"/>
                    <a:pt x="0" y="1601851"/>
                  </a:cubicBezTo>
                  <a:moveTo>
                    <a:pt x="33909" y="1601851"/>
                  </a:moveTo>
                  <a:lnTo>
                    <a:pt x="16891" y="1601851"/>
                  </a:lnTo>
                  <a:lnTo>
                    <a:pt x="2667" y="1592707"/>
                  </a:lnTo>
                  <a:cubicBezTo>
                    <a:pt x="6731" y="1586357"/>
                    <a:pt x="14478" y="1583436"/>
                    <a:pt x="21717" y="1585595"/>
                  </a:cubicBezTo>
                  <a:cubicBezTo>
                    <a:pt x="28956" y="1587754"/>
                    <a:pt x="33909" y="1594358"/>
                    <a:pt x="33909" y="1601851"/>
                  </a:cubicBezTo>
                  <a:cubicBezTo>
                    <a:pt x="33909" y="2467864"/>
                    <a:pt x="735965" y="3169920"/>
                    <a:pt x="1601978" y="3169920"/>
                  </a:cubicBezTo>
                  <a:cubicBezTo>
                    <a:pt x="2467991" y="3169920"/>
                    <a:pt x="3170047" y="2467864"/>
                    <a:pt x="3170047" y="1601851"/>
                  </a:cubicBezTo>
                  <a:lnTo>
                    <a:pt x="3186938" y="1601851"/>
                  </a:lnTo>
                  <a:lnTo>
                    <a:pt x="3170047" y="1601851"/>
                  </a:lnTo>
                  <a:cubicBezTo>
                    <a:pt x="3170047" y="735838"/>
                    <a:pt x="2467991" y="33782"/>
                    <a:pt x="1601978" y="33782"/>
                  </a:cubicBezTo>
                  <a:lnTo>
                    <a:pt x="1601978" y="16891"/>
                  </a:lnTo>
                  <a:lnTo>
                    <a:pt x="1601978" y="33909"/>
                  </a:lnTo>
                  <a:cubicBezTo>
                    <a:pt x="735838" y="33909"/>
                    <a:pt x="33909" y="735838"/>
                    <a:pt x="33909" y="1601851"/>
                  </a:cubicBezTo>
                  <a:close/>
                </a:path>
              </a:pathLst>
            </a:custGeom>
            <a:solidFill>
              <a:srgbClr val="0E7490"/>
            </a:solidFill>
          </p:spPr>
        </p:sp>
      </p:grpSp>
      <p:grpSp>
        <p:nvGrpSpPr>
          <p:cNvPr id="1186062737" name="Group 35"/>
          <p:cNvGrpSpPr/>
          <p:nvPr/>
        </p:nvGrpSpPr>
        <p:grpSpPr bwMode="auto">
          <a:xfrm rot="0">
            <a:off x="7644384" y="1828800"/>
            <a:ext cx="2377440" cy="2377440"/>
            <a:chOff x="0" y="0"/>
            <a:chExt cx="3169920" cy="3169920"/>
          </a:xfrm>
        </p:grpSpPr>
        <p:sp>
          <p:nvSpPr>
            <p:cNvPr id="36" name="Freeform 36"/>
            <p:cNvSpPr/>
            <p:nvPr/>
          </p:nvSpPr>
          <p:spPr bwMode="auto">
            <a:xfrm rot="0" flipH="0" flipV="0">
              <a:off x="0" y="0"/>
              <a:ext cx="3169920" cy="3169920"/>
            </a:xfrm>
            <a:custGeom>
              <a:avLst/>
              <a:gdLst/>
              <a:ahLst/>
              <a:cxnLst/>
              <a:rect l="l" t="t" r="r" b="b"/>
              <a:pathLst>
                <a:path w="3169920" h="3169920" fill="norm" stroke="1" extrusionOk="0">
                  <a:moveTo>
                    <a:pt x="0" y="0"/>
                  </a:moveTo>
                  <a:lnTo>
                    <a:pt x="3169920" y="0"/>
                  </a:lnTo>
                  <a:lnTo>
                    <a:pt x="3169920" y="3169920"/>
                  </a:lnTo>
                  <a:lnTo>
                    <a:pt x="0" y="3169920"/>
                  </a:lnTo>
                  <a:close/>
                </a:path>
              </a:pathLst>
            </a:custGeom>
            <a:blipFill rotWithShape="1">
              <a:blip r:embed="rId3">
                <a:alphaModFix amt="0"/>
              </a:blip>
              <a:stretch>
                <a:fillRect l="-78303" t="0" r="-78303" b="0"/>
              </a:stretch>
            </a:blipFill>
          </p:spPr>
        </p:sp>
        <p:sp>
          <p:nvSpPr>
            <p:cNvPr id="37" name="TextBox 37"/>
            <p:cNvSpPr txBox="1"/>
            <p:nvPr/>
          </p:nvSpPr>
          <p:spPr bwMode="auto">
            <a:xfrm>
              <a:off x="0" y="-114300"/>
              <a:ext cx="3169920" cy="3284220"/>
            </a:xfrm>
            <a:prstGeom prst="rect">
              <a:avLst/>
            </a:prstGeom>
            <a:grpFill/>
          </p:spPr>
          <p:txBody>
            <a:bodyPr lIns="0" tIns="0" rIns="0" bIns="0" rtlCol="0" anchor="ctr"/>
            <a:lstStyle/>
            <a:p>
              <a:pPr algn="ctr">
                <a:lnSpc>
                  <a:spcPts val="6719"/>
                </a:lnSpc>
                <a:defRPr/>
              </a:pPr>
              <a:r>
                <a:rPr lang="en-US" sz="5600" b="1">
                  <a:solidFill>
                    <a:srgbClr val="FFFFFF"/>
                  </a:solidFill>
                  <a:latin typeface="Calibri (MS) Bold"/>
                  <a:ea typeface="Calibri (MS) Bold"/>
                  <a:cs typeface="Calibri (MS) Bold"/>
                </a:rPr>
                <a:t>3</a:t>
              </a:r>
              <a:endParaRPr/>
            </a:p>
          </p:txBody>
        </p:sp>
      </p:grpSp>
      <p:grpSp>
        <p:nvGrpSpPr>
          <p:cNvPr id="422324822" name="Group 38"/>
          <p:cNvGrpSpPr/>
          <p:nvPr/>
        </p:nvGrpSpPr>
        <p:grpSpPr bwMode="auto">
          <a:xfrm rot="0">
            <a:off x="7278624" y="4297680"/>
            <a:ext cx="3108960" cy="1097280"/>
            <a:chOff x="0" y="0"/>
            <a:chExt cx="4145280" cy="1463040"/>
          </a:xfrm>
        </p:grpSpPr>
        <p:sp>
          <p:nvSpPr>
            <p:cNvPr id="39" name="Freeform 39"/>
            <p:cNvSpPr/>
            <p:nvPr/>
          </p:nvSpPr>
          <p:spPr bwMode="auto">
            <a:xfrm rot="0" flipH="0" flipV="0">
              <a:off x="0" y="0"/>
              <a:ext cx="4145280" cy="1463040"/>
            </a:xfrm>
            <a:custGeom>
              <a:avLst/>
              <a:gdLst/>
              <a:ahLst/>
              <a:cxnLst/>
              <a:rect l="l" t="t" r="r" b="b"/>
              <a:pathLst>
                <a:path w="4145280" h="1463040" fill="norm" stroke="1" extrusionOk="0">
                  <a:moveTo>
                    <a:pt x="0" y="0"/>
                  </a:moveTo>
                  <a:lnTo>
                    <a:pt x="4145280" y="0"/>
                  </a:lnTo>
                  <a:lnTo>
                    <a:pt x="4145280" y="1463040"/>
                  </a:lnTo>
                  <a:lnTo>
                    <a:pt x="0" y="1463040"/>
                  </a:lnTo>
                  <a:close/>
                </a:path>
              </a:pathLst>
            </a:custGeom>
            <a:blipFill rotWithShape="1">
              <a:blip r:embed="rId3">
                <a:alphaModFix amt="0"/>
              </a:blip>
              <a:stretch>
                <a:fillRect l="0" t="-5207" r="0" b="-5206"/>
              </a:stretch>
            </a:blipFill>
          </p:spPr>
        </p:sp>
        <p:sp>
          <p:nvSpPr>
            <p:cNvPr id="40" name="TextBox 40"/>
            <p:cNvSpPr txBox="1"/>
            <p:nvPr/>
          </p:nvSpPr>
          <p:spPr bwMode="auto">
            <a:xfrm>
              <a:off x="0" y="-47625"/>
              <a:ext cx="4145280" cy="1510665"/>
            </a:xfrm>
            <a:prstGeom prst="rect">
              <a:avLst/>
            </a:prstGeom>
            <a:grpFill/>
          </p:spPr>
          <p:txBody>
            <a:bodyPr lIns="0" tIns="0" rIns="0" bIns="0" rtlCol="0" anchor="ctr"/>
            <a:lstStyle/>
            <a:p>
              <a:pPr algn="ctr">
                <a:lnSpc>
                  <a:spcPts val="2640"/>
                </a:lnSpc>
                <a:defRPr/>
              </a:pPr>
              <a:r>
                <a:rPr lang="en-US" sz="2200" b="1">
                  <a:solidFill>
                    <a:srgbClr val="0F172A"/>
                  </a:solidFill>
                  <a:latin typeface="Calibri (MS) Bold"/>
                  <a:ea typeface="Calibri (MS) Bold"/>
                  <a:cs typeface="Calibri (MS) Bold"/>
                </a:rPr>
                <a:t>System</a:t>
              </a:r>
              <a:endParaRPr/>
            </a:p>
            <a:p>
              <a:pPr algn="ctr">
                <a:lnSpc>
                  <a:spcPts val="2640"/>
                </a:lnSpc>
                <a:defRPr/>
              </a:pPr>
              <a:r>
                <a:rPr lang="en-US" sz="2200" b="1">
                  <a:solidFill>
                    <a:srgbClr val="0F172A"/>
                  </a:solidFill>
                  <a:latin typeface="Calibri (MS) Bold"/>
                  <a:ea typeface="Calibri (MS) Bold"/>
                  <a:cs typeface="Calibri (MS) Bold"/>
                </a:rPr>
                <a:t>Matches</a:t>
              </a:r>
              <a:endParaRPr/>
            </a:p>
          </p:txBody>
        </p:sp>
      </p:grpSp>
      <p:grpSp>
        <p:nvGrpSpPr>
          <p:cNvPr id="1610002062" name="Group 41"/>
          <p:cNvGrpSpPr/>
          <p:nvPr/>
        </p:nvGrpSpPr>
        <p:grpSpPr bwMode="auto">
          <a:xfrm rot="0">
            <a:off x="10027414" y="2913382"/>
            <a:ext cx="939803" cy="171707"/>
            <a:chOff x="0" y="0"/>
            <a:chExt cx="1253071" cy="228943"/>
          </a:xfrm>
        </p:grpSpPr>
        <p:sp>
          <p:nvSpPr>
            <p:cNvPr id="42" name="Freeform 42"/>
            <p:cNvSpPr/>
            <p:nvPr/>
          </p:nvSpPr>
          <p:spPr bwMode="auto">
            <a:xfrm rot="0" flipH="0" flipV="0">
              <a:off x="16891" y="16891"/>
              <a:ext cx="1219200" cy="195072"/>
            </a:xfrm>
            <a:custGeom>
              <a:avLst/>
              <a:gdLst/>
              <a:ahLst/>
              <a:cxnLst/>
              <a:rect l="l" t="t" r="r" b="b"/>
              <a:pathLst>
                <a:path w="1219200" h="195072" fill="norm" stroke="1" extrusionOk="0">
                  <a:moveTo>
                    <a:pt x="0" y="0"/>
                  </a:moveTo>
                  <a:lnTo>
                    <a:pt x="1219200" y="0"/>
                  </a:lnTo>
                  <a:lnTo>
                    <a:pt x="1219200" y="195072"/>
                  </a:lnTo>
                  <a:lnTo>
                    <a:pt x="0" y="195072"/>
                  </a:lnTo>
                  <a:close/>
                </a:path>
              </a:pathLst>
            </a:custGeom>
            <a:solidFill>
              <a:srgbClr val="64748B"/>
            </a:solidFill>
          </p:spPr>
        </p:sp>
        <p:sp>
          <p:nvSpPr>
            <p:cNvPr id="43" name="Freeform 43"/>
            <p:cNvSpPr/>
            <p:nvPr/>
          </p:nvSpPr>
          <p:spPr bwMode="auto">
            <a:xfrm rot="0" flipH="0" flipV="0">
              <a:off x="0" y="0"/>
              <a:ext cx="1252982" cy="228856"/>
            </a:xfrm>
            <a:custGeom>
              <a:avLst/>
              <a:gdLst/>
              <a:ahLst/>
              <a:cxnLst/>
              <a:rect l="l" t="t" r="r" b="b"/>
              <a:pathLst>
                <a:path w="1252982" h="228856" fill="norm" stroke="1" extrusionOk="0">
                  <a:moveTo>
                    <a:pt x="16891" y="0"/>
                  </a:moveTo>
                  <a:lnTo>
                    <a:pt x="1236091" y="0"/>
                  </a:lnTo>
                  <a:cubicBezTo>
                    <a:pt x="1245489" y="0"/>
                    <a:pt x="1252982" y="7620"/>
                    <a:pt x="1252982" y="16891"/>
                  </a:cubicBezTo>
                  <a:lnTo>
                    <a:pt x="1252982" y="211963"/>
                  </a:lnTo>
                  <a:cubicBezTo>
                    <a:pt x="1252982" y="221361"/>
                    <a:pt x="1245362" y="228854"/>
                    <a:pt x="123609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1236091" y="195072"/>
                  </a:lnTo>
                  <a:lnTo>
                    <a:pt x="1236091" y="211963"/>
                  </a:lnTo>
                  <a:lnTo>
                    <a:pt x="1219200" y="211963"/>
                  </a:lnTo>
                  <a:lnTo>
                    <a:pt x="1219200" y="16891"/>
                  </a:lnTo>
                  <a:lnTo>
                    <a:pt x="1236091" y="16891"/>
                  </a:lnTo>
                  <a:lnTo>
                    <a:pt x="1236091" y="33909"/>
                  </a:lnTo>
                  <a:lnTo>
                    <a:pt x="16891" y="33909"/>
                  </a:lnTo>
                  <a:close/>
                </a:path>
              </a:pathLst>
            </a:custGeom>
            <a:solidFill>
              <a:srgbClr val="64748B"/>
            </a:solidFill>
          </p:spPr>
        </p:sp>
      </p:grpSp>
      <p:grpSp>
        <p:nvGrpSpPr>
          <p:cNvPr id="819546031" name="Group 44"/>
          <p:cNvGrpSpPr/>
          <p:nvPr/>
        </p:nvGrpSpPr>
        <p:grpSpPr bwMode="auto">
          <a:xfrm rot="0">
            <a:off x="10996679" y="1816103"/>
            <a:ext cx="2402843" cy="2402843"/>
            <a:chOff x="0" y="0"/>
            <a:chExt cx="3203791" cy="3203791"/>
          </a:xfrm>
        </p:grpSpPr>
        <p:sp>
          <p:nvSpPr>
            <p:cNvPr id="45" name="Freeform 45"/>
            <p:cNvSpPr/>
            <p:nvPr/>
          </p:nvSpPr>
          <p:spPr bwMode="auto">
            <a:xfrm rot="0" flipH="0" flipV="0">
              <a:off x="16891" y="16891"/>
              <a:ext cx="3169920" cy="3169920"/>
            </a:xfrm>
            <a:custGeom>
              <a:avLst/>
              <a:gdLst/>
              <a:ahLst/>
              <a:cxnLst/>
              <a:rect l="l" t="t" r="r" b="b"/>
              <a:pathLst>
                <a:path w="3169920" h="3169920" fill="norm" stroke="1" extrusionOk="0">
                  <a:moveTo>
                    <a:pt x="0" y="1584960"/>
                  </a:moveTo>
                  <a:cubicBezTo>
                    <a:pt x="0" y="709549"/>
                    <a:pt x="709549" y="0"/>
                    <a:pt x="1584960" y="0"/>
                  </a:cubicBezTo>
                  <a:cubicBezTo>
                    <a:pt x="2460371" y="0"/>
                    <a:pt x="3169920" y="709549"/>
                    <a:pt x="3169920" y="1584960"/>
                  </a:cubicBezTo>
                  <a:cubicBezTo>
                    <a:pt x="3169920" y="2460371"/>
                    <a:pt x="2460371" y="3169920"/>
                    <a:pt x="1584960" y="3169920"/>
                  </a:cubicBezTo>
                  <a:cubicBezTo>
                    <a:pt x="709549" y="3169920"/>
                    <a:pt x="0" y="2460371"/>
                    <a:pt x="0" y="1584960"/>
                  </a:cubicBezTo>
                  <a:close/>
                </a:path>
              </a:pathLst>
            </a:custGeom>
            <a:solidFill>
              <a:srgbClr val="F59E0B"/>
            </a:solidFill>
          </p:spPr>
        </p:sp>
        <p:sp>
          <p:nvSpPr>
            <p:cNvPr id="46" name="Freeform 46"/>
            <p:cNvSpPr/>
            <p:nvPr/>
          </p:nvSpPr>
          <p:spPr bwMode="auto">
            <a:xfrm rot="0" flipH="0" flipV="0">
              <a:off x="0" y="0"/>
              <a:ext cx="3203702" cy="3203702"/>
            </a:xfrm>
            <a:custGeom>
              <a:avLst/>
              <a:gdLst/>
              <a:ahLst/>
              <a:cxnLst/>
              <a:rect l="l" t="t" r="r" b="b"/>
              <a:pathLst>
                <a:path w="3203702" h="3203702" fill="norm" stroke="1" extrusionOk="0">
                  <a:moveTo>
                    <a:pt x="0" y="1601851"/>
                  </a:moveTo>
                  <a:cubicBezTo>
                    <a:pt x="0" y="717169"/>
                    <a:pt x="717169" y="0"/>
                    <a:pt x="1601851" y="0"/>
                  </a:cubicBezTo>
                  <a:lnTo>
                    <a:pt x="1601851" y="16891"/>
                  </a:lnTo>
                  <a:lnTo>
                    <a:pt x="1601851" y="0"/>
                  </a:lnTo>
                  <a:cubicBezTo>
                    <a:pt x="2486533" y="0"/>
                    <a:pt x="3203702" y="717169"/>
                    <a:pt x="3203702" y="1601851"/>
                  </a:cubicBezTo>
                  <a:cubicBezTo>
                    <a:pt x="3203702" y="2486533"/>
                    <a:pt x="2486533" y="3203702"/>
                    <a:pt x="1601851" y="3203702"/>
                  </a:cubicBezTo>
                  <a:lnTo>
                    <a:pt x="1601851" y="3186811"/>
                  </a:lnTo>
                  <a:lnTo>
                    <a:pt x="1601851" y="3203702"/>
                  </a:lnTo>
                  <a:cubicBezTo>
                    <a:pt x="717169" y="3203829"/>
                    <a:pt x="0" y="2486533"/>
                    <a:pt x="0" y="1601851"/>
                  </a:cubicBezTo>
                  <a:lnTo>
                    <a:pt x="16891" y="1601851"/>
                  </a:lnTo>
                  <a:lnTo>
                    <a:pt x="31115" y="1610995"/>
                  </a:lnTo>
                  <a:cubicBezTo>
                    <a:pt x="27051" y="1617345"/>
                    <a:pt x="19304" y="1620266"/>
                    <a:pt x="12065" y="1618107"/>
                  </a:cubicBezTo>
                  <a:cubicBezTo>
                    <a:pt x="4826" y="1615948"/>
                    <a:pt x="0" y="1609471"/>
                    <a:pt x="0" y="1601851"/>
                  </a:cubicBezTo>
                  <a:moveTo>
                    <a:pt x="33909" y="1601851"/>
                  </a:moveTo>
                  <a:lnTo>
                    <a:pt x="16891" y="1601851"/>
                  </a:lnTo>
                  <a:lnTo>
                    <a:pt x="2667" y="1592707"/>
                  </a:lnTo>
                  <a:cubicBezTo>
                    <a:pt x="6731" y="1586357"/>
                    <a:pt x="14478" y="1583436"/>
                    <a:pt x="21717" y="1585595"/>
                  </a:cubicBezTo>
                  <a:cubicBezTo>
                    <a:pt x="28956" y="1587754"/>
                    <a:pt x="33909" y="1594358"/>
                    <a:pt x="33909" y="1601851"/>
                  </a:cubicBezTo>
                  <a:cubicBezTo>
                    <a:pt x="33909" y="2467864"/>
                    <a:pt x="735965" y="3169920"/>
                    <a:pt x="1601978" y="3169920"/>
                  </a:cubicBezTo>
                  <a:cubicBezTo>
                    <a:pt x="2467991" y="3169920"/>
                    <a:pt x="3170047" y="2467864"/>
                    <a:pt x="3170047" y="1601851"/>
                  </a:cubicBezTo>
                  <a:lnTo>
                    <a:pt x="3186938" y="1601851"/>
                  </a:lnTo>
                  <a:lnTo>
                    <a:pt x="3170047" y="1601851"/>
                  </a:lnTo>
                  <a:cubicBezTo>
                    <a:pt x="3170047" y="735838"/>
                    <a:pt x="2467991" y="33782"/>
                    <a:pt x="1601978" y="33782"/>
                  </a:cubicBezTo>
                  <a:lnTo>
                    <a:pt x="1601978" y="16891"/>
                  </a:lnTo>
                  <a:lnTo>
                    <a:pt x="1601978" y="33909"/>
                  </a:lnTo>
                  <a:cubicBezTo>
                    <a:pt x="735838" y="33909"/>
                    <a:pt x="33909" y="735838"/>
                    <a:pt x="33909" y="1601851"/>
                  </a:cubicBezTo>
                  <a:close/>
                </a:path>
              </a:pathLst>
            </a:custGeom>
            <a:solidFill>
              <a:srgbClr val="F59E0B"/>
            </a:solidFill>
          </p:spPr>
        </p:sp>
      </p:grpSp>
      <p:grpSp>
        <p:nvGrpSpPr>
          <p:cNvPr id="1805526292" name="Group 47"/>
          <p:cNvGrpSpPr/>
          <p:nvPr/>
        </p:nvGrpSpPr>
        <p:grpSpPr bwMode="auto">
          <a:xfrm rot="0">
            <a:off x="11009375" y="1828800"/>
            <a:ext cx="2377440" cy="2377440"/>
            <a:chOff x="0" y="0"/>
            <a:chExt cx="3169920" cy="3169920"/>
          </a:xfrm>
        </p:grpSpPr>
        <p:sp>
          <p:nvSpPr>
            <p:cNvPr id="48" name="Freeform 48"/>
            <p:cNvSpPr/>
            <p:nvPr/>
          </p:nvSpPr>
          <p:spPr bwMode="auto">
            <a:xfrm rot="0" flipH="0" flipV="0">
              <a:off x="0" y="0"/>
              <a:ext cx="3169920" cy="3169920"/>
            </a:xfrm>
            <a:custGeom>
              <a:avLst/>
              <a:gdLst/>
              <a:ahLst/>
              <a:cxnLst/>
              <a:rect l="l" t="t" r="r" b="b"/>
              <a:pathLst>
                <a:path w="3169920" h="3169920" fill="norm" stroke="1" extrusionOk="0">
                  <a:moveTo>
                    <a:pt x="0" y="0"/>
                  </a:moveTo>
                  <a:lnTo>
                    <a:pt x="3169920" y="0"/>
                  </a:lnTo>
                  <a:lnTo>
                    <a:pt x="3169920" y="3169920"/>
                  </a:lnTo>
                  <a:lnTo>
                    <a:pt x="0" y="3169920"/>
                  </a:lnTo>
                  <a:close/>
                </a:path>
              </a:pathLst>
            </a:custGeom>
            <a:blipFill rotWithShape="1">
              <a:blip r:embed="rId3">
                <a:alphaModFix amt="0"/>
              </a:blip>
              <a:stretch>
                <a:fillRect l="-78303" t="0" r="-78303" b="0"/>
              </a:stretch>
            </a:blipFill>
          </p:spPr>
        </p:sp>
        <p:sp>
          <p:nvSpPr>
            <p:cNvPr id="49" name="TextBox 49"/>
            <p:cNvSpPr txBox="1"/>
            <p:nvPr/>
          </p:nvSpPr>
          <p:spPr bwMode="auto">
            <a:xfrm>
              <a:off x="0" y="-114300"/>
              <a:ext cx="3169920" cy="3284220"/>
            </a:xfrm>
            <a:prstGeom prst="rect">
              <a:avLst/>
            </a:prstGeom>
            <a:grpFill/>
          </p:spPr>
          <p:txBody>
            <a:bodyPr lIns="0" tIns="0" rIns="0" bIns="0" rtlCol="0" anchor="ctr"/>
            <a:lstStyle/>
            <a:p>
              <a:pPr algn="ctr">
                <a:lnSpc>
                  <a:spcPts val="6719"/>
                </a:lnSpc>
                <a:defRPr/>
              </a:pPr>
              <a:r>
                <a:rPr lang="en-US" sz="5600" b="1">
                  <a:solidFill>
                    <a:srgbClr val="FFFFFF"/>
                  </a:solidFill>
                  <a:latin typeface="Calibri (MS) Bold"/>
                  <a:ea typeface="Calibri (MS) Bold"/>
                  <a:cs typeface="Calibri (MS) Bold"/>
                </a:rPr>
                <a:t>4</a:t>
              </a:r>
              <a:endParaRPr/>
            </a:p>
          </p:txBody>
        </p:sp>
      </p:grpSp>
      <p:grpSp>
        <p:nvGrpSpPr>
          <p:cNvPr id="598289169" name="Group 50"/>
          <p:cNvGrpSpPr/>
          <p:nvPr/>
        </p:nvGrpSpPr>
        <p:grpSpPr bwMode="auto">
          <a:xfrm rot="0">
            <a:off x="10643616" y="4297680"/>
            <a:ext cx="3108960" cy="1097280"/>
            <a:chOff x="0" y="0"/>
            <a:chExt cx="4145280" cy="1463040"/>
          </a:xfrm>
        </p:grpSpPr>
        <p:sp>
          <p:nvSpPr>
            <p:cNvPr id="51" name="Freeform 51"/>
            <p:cNvSpPr/>
            <p:nvPr/>
          </p:nvSpPr>
          <p:spPr bwMode="auto">
            <a:xfrm rot="0" flipH="0" flipV="0">
              <a:off x="0" y="0"/>
              <a:ext cx="4145280" cy="1463040"/>
            </a:xfrm>
            <a:custGeom>
              <a:avLst/>
              <a:gdLst/>
              <a:ahLst/>
              <a:cxnLst/>
              <a:rect l="l" t="t" r="r" b="b"/>
              <a:pathLst>
                <a:path w="4145280" h="1463040" fill="norm" stroke="1" extrusionOk="0">
                  <a:moveTo>
                    <a:pt x="0" y="0"/>
                  </a:moveTo>
                  <a:lnTo>
                    <a:pt x="4145280" y="0"/>
                  </a:lnTo>
                  <a:lnTo>
                    <a:pt x="4145280" y="1463040"/>
                  </a:lnTo>
                  <a:lnTo>
                    <a:pt x="0" y="1463040"/>
                  </a:lnTo>
                  <a:close/>
                </a:path>
              </a:pathLst>
            </a:custGeom>
            <a:blipFill rotWithShape="1">
              <a:blip r:embed="rId3">
                <a:alphaModFix amt="0"/>
              </a:blip>
              <a:stretch>
                <a:fillRect l="0" t="-5207" r="0" b="-5206"/>
              </a:stretch>
            </a:blipFill>
          </p:spPr>
        </p:sp>
        <p:sp>
          <p:nvSpPr>
            <p:cNvPr id="52" name="TextBox 52"/>
            <p:cNvSpPr txBox="1"/>
            <p:nvPr/>
          </p:nvSpPr>
          <p:spPr bwMode="auto">
            <a:xfrm>
              <a:off x="0" y="-47625"/>
              <a:ext cx="4145280" cy="1510665"/>
            </a:xfrm>
            <a:prstGeom prst="rect">
              <a:avLst/>
            </a:prstGeom>
            <a:grpFill/>
          </p:spPr>
          <p:txBody>
            <a:bodyPr lIns="0" tIns="0" rIns="0" bIns="0" rtlCol="0" anchor="ctr"/>
            <a:lstStyle/>
            <a:p>
              <a:pPr algn="ctr">
                <a:lnSpc>
                  <a:spcPts val="2640"/>
                </a:lnSpc>
                <a:defRPr/>
              </a:pPr>
              <a:r>
                <a:rPr lang="en-US" sz="2200" b="1">
                  <a:solidFill>
                    <a:srgbClr val="0F172A"/>
                  </a:solidFill>
                  <a:latin typeface="Calibri (MS) Bold"/>
                  <a:ea typeface="Calibri (MS) Bold"/>
                  <a:cs typeface="Calibri (MS) Bold"/>
                </a:rPr>
                <a:t>Notify</a:t>
              </a:r>
              <a:endParaRPr/>
            </a:p>
            <a:p>
              <a:pPr algn="ctr">
                <a:lnSpc>
                  <a:spcPts val="2640"/>
                </a:lnSpc>
                <a:defRPr/>
              </a:pPr>
              <a:r>
                <a:rPr lang="en-US" sz="2200" b="1">
                  <a:solidFill>
                    <a:srgbClr val="0F172A"/>
                  </a:solidFill>
                  <a:latin typeface="Calibri (MS) Bold"/>
                  <a:ea typeface="Calibri (MS) Bold"/>
                  <a:cs typeface="Calibri (MS) Bold"/>
                </a:rPr>
                <a:t>User</a:t>
              </a:r>
              <a:endParaRPr/>
            </a:p>
          </p:txBody>
        </p:sp>
      </p:grpSp>
      <p:grpSp>
        <p:nvGrpSpPr>
          <p:cNvPr id="708116831" name="Group 53"/>
          <p:cNvGrpSpPr/>
          <p:nvPr/>
        </p:nvGrpSpPr>
        <p:grpSpPr bwMode="auto">
          <a:xfrm rot="0">
            <a:off x="13392407" y="2913382"/>
            <a:ext cx="939803" cy="171707"/>
            <a:chOff x="0" y="0"/>
            <a:chExt cx="1253071" cy="228943"/>
          </a:xfrm>
        </p:grpSpPr>
        <p:sp>
          <p:nvSpPr>
            <p:cNvPr id="54" name="Freeform 54"/>
            <p:cNvSpPr/>
            <p:nvPr/>
          </p:nvSpPr>
          <p:spPr bwMode="auto">
            <a:xfrm rot="0" flipH="0" flipV="0">
              <a:off x="16891" y="16891"/>
              <a:ext cx="1219200" cy="195072"/>
            </a:xfrm>
            <a:custGeom>
              <a:avLst/>
              <a:gdLst/>
              <a:ahLst/>
              <a:cxnLst/>
              <a:rect l="l" t="t" r="r" b="b"/>
              <a:pathLst>
                <a:path w="1219200" h="195072" fill="norm" stroke="1" extrusionOk="0">
                  <a:moveTo>
                    <a:pt x="0" y="0"/>
                  </a:moveTo>
                  <a:lnTo>
                    <a:pt x="1219200" y="0"/>
                  </a:lnTo>
                  <a:lnTo>
                    <a:pt x="1219200" y="195072"/>
                  </a:lnTo>
                  <a:lnTo>
                    <a:pt x="0" y="195072"/>
                  </a:lnTo>
                  <a:close/>
                </a:path>
              </a:pathLst>
            </a:custGeom>
            <a:solidFill>
              <a:srgbClr val="64748B"/>
            </a:solidFill>
          </p:spPr>
        </p:sp>
        <p:sp>
          <p:nvSpPr>
            <p:cNvPr id="55" name="Freeform 55"/>
            <p:cNvSpPr/>
            <p:nvPr/>
          </p:nvSpPr>
          <p:spPr bwMode="auto">
            <a:xfrm rot="0" flipH="0" flipV="0">
              <a:off x="0" y="0"/>
              <a:ext cx="1252982" cy="228856"/>
            </a:xfrm>
            <a:custGeom>
              <a:avLst/>
              <a:gdLst/>
              <a:ahLst/>
              <a:cxnLst/>
              <a:rect l="l" t="t" r="r" b="b"/>
              <a:pathLst>
                <a:path w="1252982" h="228856" fill="norm" stroke="1" extrusionOk="0">
                  <a:moveTo>
                    <a:pt x="16891" y="0"/>
                  </a:moveTo>
                  <a:lnTo>
                    <a:pt x="1236091" y="0"/>
                  </a:lnTo>
                  <a:cubicBezTo>
                    <a:pt x="1245489" y="0"/>
                    <a:pt x="1252982" y="7620"/>
                    <a:pt x="1252982" y="16891"/>
                  </a:cubicBezTo>
                  <a:lnTo>
                    <a:pt x="1252982" y="211963"/>
                  </a:lnTo>
                  <a:cubicBezTo>
                    <a:pt x="1252982" y="221361"/>
                    <a:pt x="1245362" y="228854"/>
                    <a:pt x="1236091"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1236091" y="195072"/>
                  </a:lnTo>
                  <a:lnTo>
                    <a:pt x="1236091" y="211963"/>
                  </a:lnTo>
                  <a:lnTo>
                    <a:pt x="1219200" y="211963"/>
                  </a:lnTo>
                  <a:lnTo>
                    <a:pt x="1219200" y="16891"/>
                  </a:lnTo>
                  <a:lnTo>
                    <a:pt x="1236091" y="16891"/>
                  </a:lnTo>
                  <a:lnTo>
                    <a:pt x="1236091" y="33909"/>
                  </a:lnTo>
                  <a:lnTo>
                    <a:pt x="16891" y="33909"/>
                  </a:lnTo>
                  <a:close/>
                </a:path>
              </a:pathLst>
            </a:custGeom>
            <a:solidFill>
              <a:srgbClr val="64748B"/>
            </a:solidFill>
          </p:spPr>
        </p:sp>
      </p:grpSp>
      <p:grpSp>
        <p:nvGrpSpPr>
          <p:cNvPr id="1106361867" name="Group 56"/>
          <p:cNvGrpSpPr/>
          <p:nvPr/>
        </p:nvGrpSpPr>
        <p:grpSpPr bwMode="auto">
          <a:xfrm rot="0">
            <a:off x="14361671" y="1816103"/>
            <a:ext cx="2402843" cy="2402843"/>
            <a:chOff x="0" y="0"/>
            <a:chExt cx="3203791" cy="3203791"/>
          </a:xfrm>
        </p:grpSpPr>
        <p:sp>
          <p:nvSpPr>
            <p:cNvPr id="57" name="Freeform 57"/>
            <p:cNvSpPr/>
            <p:nvPr/>
          </p:nvSpPr>
          <p:spPr bwMode="auto">
            <a:xfrm rot="0" flipH="0" flipV="0">
              <a:off x="16891" y="16891"/>
              <a:ext cx="3169920" cy="3169920"/>
            </a:xfrm>
            <a:custGeom>
              <a:avLst/>
              <a:gdLst/>
              <a:ahLst/>
              <a:cxnLst/>
              <a:rect l="l" t="t" r="r" b="b"/>
              <a:pathLst>
                <a:path w="3169920" h="3169920" fill="norm" stroke="1" extrusionOk="0">
                  <a:moveTo>
                    <a:pt x="0" y="1584960"/>
                  </a:moveTo>
                  <a:cubicBezTo>
                    <a:pt x="0" y="709549"/>
                    <a:pt x="709549" y="0"/>
                    <a:pt x="1584960" y="0"/>
                  </a:cubicBezTo>
                  <a:cubicBezTo>
                    <a:pt x="2460371" y="0"/>
                    <a:pt x="3169920" y="709549"/>
                    <a:pt x="3169920" y="1584960"/>
                  </a:cubicBezTo>
                  <a:cubicBezTo>
                    <a:pt x="3169920" y="2460371"/>
                    <a:pt x="2460371" y="3169920"/>
                    <a:pt x="1584960" y="3169920"/>
                  </a:cubicBezTo>
                  <a:cubicBezTo>
                    <a:pt x="709549" y="3169920"/>
                    <a:pt x="0" y="2460371"/>
                    <a:pt x="0" y="1584960"/>
                  </a:cubicBezTo>
                  <a:close/>
                </a:path>
              </a:pathLst>
            </a:custGeom>
            <a:solidFill>
              <a:srgbClr val="166534"/>
            </a:solidFill>
          </p:spPr>
        </p:sp>
        <p:sp>
          <p:nvSpPr>
            <p:cNvPr id="58" name="Freeform 58"/>
            <p:cNvSpPr/>
            <p:nvPr/>
          </p:nvSpPr>
          <p:spPr bwMode="auto">
            <a:xfrm rot="0" flipH="0" flipV="0">
              <a:off x="0" y="0"/>
              <a:ext cx="3203702" cy="3203702"/>
            </a:xfrm>
            <a:custGeom>
              <a:avLst/>
              <a:gdLst/>
              <a:ahLst/>
              <a:cxnLst/>
              <a:rect l="l" t="t" r="r" b="b"/>
              <a:pathLst>
                <a:path w="3203702" h="3203702" fill="norm" stroke="1" extrusionOk="0">
                  <a:moveTo>
                    <a:pt x="0" y="1601851"/>
                  </a:moveTo>
                  <a:cubicBezTo>
                    <a:pt x="0" y="717169"/>
                    <a:pt x="717169" y="0"/>
                    <a:pt x="1601851" y="0"/>
                  </a:cubicBezTo>
                  <a:lnTo>
                    <a:pt x="1601851" y="16891"/>
                  </a:lnTo>
                  <a:lnTo>
                    <a:pt x="1601851" y="0"/>
                  </a:lnTo>
                  <a:cubicBezTo>
                    <a:pt x="2486533" y="0"/>
                    <a:pt x="3203702" y="717169"/>
                    <a:pt x="3203702" y="1601851"/>
                  </a:cubicBezTo>
                  <a:cubicBezTo>
                    <a:pt x="3203702" y="2486533"/>
                    <a:pt x="2486533" y="3203702"/>
                    <a:pt x="1601851" y="3203702"/>
                  </a:cubicBezTo>
                  <a:lnTo>
                    <a:pt x="1601851" y="3186811"/>
                  </a:lnTo>
                  <a:lnTo>
                    <a:pt x="1601851" y="3203702"/>
                  </a:lnTo>
                  <a:cubicBezTo>
                    <a:pt x="717169" y="3203829"/>
                    <a:pt x="0" y="2486533"/>
                    <a:pt x="0" y="1601851"/>
                  </a:cubicBezTo>
                  <a:lnTo>
                    <a:pt x="16891" y="1601851"/>
                  </a:lnTo>
                  <a:lnTo>
                    <a:pt x="31115" y="1610995"/>
                  </a:lnTo>
                  <a:cubicBezTo>
                    <a:pt x="27051" y="1617345"/>
                    <a:pt x="19304" y="1620266"/>
                    <a:pt x="12065" y="1618107"/>
                  </a:cubicBezTo>
                  <a:cubicBezTo>
                    <a:pt x="4826" y="1615948"/>
                    <a:pt x="0" y="1609471"/>
                    <a:pt x="0" y="1601851"/>
                  </a:cubicBezTo>
                  <a:moveTo>
                    <a:pt x="33909" y="1601851"/>
                  </a:moveTo>
                  <a:lnTo>
                    <a:pt x="16891" y="1601851"/>
                  </a:lnTo>
                  <a:lnTo>
                    <a:pt x="2667" y="1592707"/>
                  </a:lnTo>
                  <a:cubicBezTo>
                    <a:pt x="6731" y="1586357"/>
                    <a:pt x="14478" y="1583436"/>
                    <a:pt x="21717" y="1585595"/>
                  </a:cubicBezTo>
                  <a:cubicBezTo>
                    <a:pt x="28956" y="1587754"/>
                    <a:pt x="33909" y="1594358"/>
                    <a:pt x="33909" y="1601851"/>
                  </a:cubicBezTo>
                  <a:cubicBezTo>
                    <a:pt x="33909" y="2467864"/>
                    <a:pt x="735965" y="3169920"/>
                    <a:pt x="1601978" y="3169920"/>
                  </a:cubicBezTo>
                  <a:cubicBezTo>
                    <a:pt x="2467991" y="3169920"/>
                    <a:pt x="3170047" y="2467864"/>
                    <a:pt x="3170047" y="1601851"/>
                  </a:cubicBezTo>
                  <a:lnTo>
                    <a:pt x="3186938" y="1601851"/>
                  </a:lnTo>
                  <a:lnTo>
                    <a:pt x="3170047" y="1601851"/>
                  </a:lnTo>
                  <a:cubicBezTo>
                    <a:pt x="3170047" y="735838"/>
                    <a:pt x="2467991" y="33782"/>
                    <a:pt x="1601978" y="33782"/>
                  </a:cubicBezTo>
                  <a:lnTo>
                    <a:pt x="1601978" y="16891"/>
                  </a:lnTo>
                  <a:lnTo>
                    <a:pt x="1601978" y="33909"/>
                  </a:lnTo>
                  <a:cubicBezTo>
                    <a:pt x="735838" y="33909"/>
                    <a:pt x="33909" y="735838"/>
                    <a:pt x="33909" y="1601851"/>
                  </a:cubicBezTo>
                  <a:close/>
                </a:path>
              </a:pathLst>
            </a:custGeom>
            <a:solidFill>
              <a:srgbClr val="166534"/>
            </a:solidFill>
          </p:spPr>
        </p:sp>
      </p:grpSp>
      <p:grpSp>
        <p:nvGrpSpPr>
          <p:cNvPr id="1726389017" name="Group 59"/>
          <p:cNvGrpSpPr/>
          <p:nvPr/>
        </p:nvGrpSpPr>
        <p:grpSpPr bwMode="auto">
          <a:xfrm rot="0">
            <a:off x="14374368" y="1828800"/>
            <a:ext cx="2377440" cy="2377440"/>
            <a:chOff x="0" y="0"/>
            <a:chExt cx="3169920" cy="3169920"/>
          </a:xfrm>
        </p:grpSpPr>
        <p:sp>
          <p:nvSpPr>
            <p:cNvPr id="60" name="Freeform 60"/>
            <p:cNvSpPr/>
            <p:nvPr/>
          </p:nvSpPr>
          <p:spPr bwMode="auto">
            <a:xfrm rot="0" flipH="0" flipV="0">
              <a:off x="0" y="0"/>
              <a:ext cx="3169920" cy="3169920"/>
            </a:xfrm>
            <a:custGeom>
              <a:avLst/>
              <a:gdLst/>
              <a:ahLst/>
              <a:cxnLst/>
              <a:rect l="l" t="t" r="r" b="b"/>
              <a:pathLst>
                <a:path w="3169920" h="3169920" fill="norm" stroke="1" extrusionOk="0">
                  <a:moveTo>
                    <a:pt x="0" y="0"/>
                  </a:moveTo>
                  <a:lnTo>
                    <a:pt x="3169920" y="0"/>
                  </a:lnTo>
                  <a:lnTo>
                    <a:pt x="3169920" y="3169920"/>
                  </a:lnTo>
                  <a:lnTo>
                    <a:pt x="0" y="3169920"/>
                  </a:lnTo>
                  <a:close/>
                </a:path>
              </a:pathLst>
            </a:custGeom>
            <a:blipFill rotWithShape="1">
              <a:blip r:embed="rId3">
                <a:alphaModFix amt="0"/>
              </a:blip>
              <a:stretch>
                <a:fillRect l="-78303" t="0" r="-78303" b="0"/>
              </a:stretch>
            </a:blipFill>
          </p:spPr>
        </p:sp>
        <p:sp>
          <p:nvSpPr>
            <p:cNvPr id="61" name="TextBox 61"/>
            <p:cNvSpPr txBox="1"/>
            <p:nvPr/>
          </p:nvSpPr>
          <p:spPr bwMode="auto">
            <a:xfrm>
              <a:off x="0" y="-114300"/>
              <a:ext cx="3169920" cy="3284220"/>
            </a:xfrm>
            <a:prstGeom prst="rect">
              <a:avLst/>
            </a:prstGeom>
            <a:grpFill/>
          </p:spPr>
          <p:txBody>
            <a:bodyPr lIns="0" tIns="0" rIns="0" bIns="0" rtlCol="0" anchor="ctr"/>
            <a:lstStyle/>
            <a:p>
              <a:pPr algn="ctr">
                <a:lnSpc>
                  <a:spcPts val="6719"/>
                </a:lnSpc>
                <a:defRPr/>
              </a:pPr>
              <a:r>
                <a:rPr lang="en-US" sz="5600" b="1">
                  <a:solidFill>
                    <a:srgbClr val="FFFFFF"/>
                  </a:solidFill>
                  <a:latin typeface="Calibri (MS) Bold"/>
                  <a:ea typeface="Calibri (MS) Bold"/>
                  <a:cs typeface="Calibri (MS) Bold"/>
                </a:rPr>
                <a:t>5</a:t>
              </a:r>
              <a:endParaRPr/>
            </a:p>
          </p:txBody>
        </p:sp>
      </p:grpSp>
      <p:grpSp>
        <p:nvGrpSpPr>
          <p:cNvPr id="2143018543" name="Group 62"/>
          <p:cNvGrpSpPr/>
          <p:nvPr/>
        </p:nvGrpSpPr>
        <p:grpSpPr bwMode="auto">
          <a:xfrm rot="0">
            <a:off x="14008608" y="4297680"/>
            <a:ext cx="3108960" cy="1097280"/>
            <a:chOff x="0" y="0"/>
            <a:chExt cx="4145280" cy="1463040"/>
          </a:xfrm>
        </p:grpSpPr>
        <p:sp>
          <p:nvSpPr>
            <p:cNvPr id="63" name="Freeform 63"/>
            <p:cNvSpPr/>
            <p:nvPr/>
          </p:nvSpPr>
          <p:spPr bwMode="auto">
            <a:xfrm rot="0" flipH="0" flipV="0">
              <a:off x="0" y="0"/>
              <a:ext cx="4145280" cy="1463040"/>
            </a:xfrm>
            <a:custGeom>
              <a:avLst/>
              <a:gdLst/>
              <a:ahLst/>
              <a:cxnLst/>
              <a:rect l="l" t="t" r="r" b="b"/>
              <a:pathLst>
                <a:path w="4145280" h="1463040" fill="norm" stroke="1" extrusionOk="0">
                  <a:moveTo>
                    <a:pt x="0" y="0"/>
                  </a:moveTo>
                  <a:lnTo>
                    <a:pt x="4145280" y="0"/>
                  </a:lnTo>
                  <a:lnTo>
                    <a:pt x="4145280" y="1463040"/>
                  </a:lnTo>
                  <a:lnTo>
                    <a:pt x="0" y="1463040"/>
                  </a:lnTo>
                  <a:close/>
                </a:path>
              </a:pathLst>
            </a:custGeom>
            <a:blipFill rotWithShape="1">
              <a:blip r:embed="rId3">
                <a:alphaModFix amt="0"/>
              </a:blip>
              <a:stretch>
                <a:fillRect l="0" t="-5207" r="0" b="-5206"/>
              </a:stretch>
            </a:blipFill>
          </p:spPr>
        </p:sp>
        <p:sp>
          <p:nvSpPr>
            <p:cNvPr id="64" name="TextBox 64"/>
            <p:cNvSpPr txBox="1"/>
            <p:nvPr/>
          </p:nvSpPr>
          <p:spPr bwMode="auto">
            <a:xfrm>
              <a:off x="0" y="-47625"/>
              <a:ext cx="4145280" cy="1510665"/>
            </a:xfrm>
            <a:prstGeom prst="rect">
              <a:avLst/>
            </a:prstGeom>
            <a:grpFill/>
          </p:spPr>
          <p:txBody>
            <a:bodyPr lIns="0" tIns="0" rIns="0" bIns="0" rtlCol="0" anchor="ctr"/>
            <a:lstStyle/>
            <a:p>
              <a:pPr algn="ctr">
                <a:lnSpc>
                  <a:spcPts val="2640"/>
                </a:lnSpc>
                <a:defRPr/>
              </a:pPr>
              <a:r>
                <a:rPr lang="en-US" sz="2200" b="1">
                  <a:solidFill>
                    <a:srgbClr val="0F172A"/>
                  </a:solidFill>
                  <a:latin typeface="Calibri (MS) Bold"/>
                  <a:ea typeface="Calibri (MS) Bold"/>
                  <a:cs typeface="Calibri (MS) Bold"/>
                </a:rPr>
                <a:t>Item</a:t>
              </a:r>
              <a:endParaRPr/>
            </a:p>
            <a:p>
              <a:pPr algn="ctr">
                <a:lnSpc>
                  <a:spcPts val="2640"/>
                </a:lnSpc>
                <a:defRPr/>
              </a:pPr>
              <a:r>
                <a:rPr lang="en-US" sz="2200" b="1">
                  <a:solidFill>
                    <a:srgbClr val="0F172A"/>
                  </a:solidFill>
                  <a:latin typeface="Calibri (MS) Bold"/>
                  <a:ea typeface="Calibri (MS) Bold"/>
                  <a:cs typeface="Calibri (MS) Bold"/>
                </a:rPr>
                <a:t>Returned</a:t>
              </a:r>
              <a:endParaRPr/>
            </a:p>
          </p:txBody>
        </p:sp>
      </p:grpSp>
      <p:grpSp>
        <p:nvGrpSpPr>
          <p:cNvPr id="33677930" name="Group 65"/>
          <p:cNvGrpSpPr/>
          <p:nvPr/>
        </p:nvGrpSpPr>
        <p:grpSpPr bwMode="auto">
          <a:xfrm rot="0">
            <a:off x="731520" y="5669280"/>
            <a:ext cx="5486400" cy="731520"/>
            <a:chOff x="0" y="0"/>
            <a:chExt cx="7315200" cy="975360"/>
          </a:xfrm>
        </p:grpSpPr>
        <p:sp>
          <p:nvSpPr>
            <p:cNvPr id="66" name="Freeform 66"/>
            <p:cNvSpPr/>
            <p:nvPr/>
          </p:nvSpPr>
          <p:spPr bwMode="auto">
            <a:xfrm rot="0" flipH="0" flipV="0">
              <a:off x="0" y="0"/>
              <a:ext cx="7315200" cy="975360"/>
            </a:xfrm>
            <a:custGeom>
              <a:avLst/>
              <a:gdLst/>
              <a:ahLst/>
              <a:cxnLst/>
              <a:rect l="l" t="t" r="r" b="b"/>
              <a:pathLst>
                <a:path w="7315200" h="975360" fill="norm" stroke="1" extrusionOk="0">
                  <a:moveTo>
                    <a:pt x="0" y="0"/>
                  </a:moveTo>
                  <a:lnTo>
                    <a:pt x="7315200" y="0"/>
                  </a:lnTo>
                  <a:lnTo>
                    <a:pt x="7315200" y="975360"/>
                  </a:lnTo>
                  <a:lnTo>
                    <a:pt x="0" y="975360"/>
                  </a:lnTo>
                  <a:close/>
                </a:path>
              </a:pathLst>
            </a:custGeom>
            <a:blipFill rotWithShape="1">
              <a:blip r:embed="rId3">
                <a:alphaModFix amt="0"/>
              </a:blip>
              <a:stretch>
                <a:fillRect l="0" t="-96137" r="0" b="-96137"/>
              </a:stretch>
            </a:blipFill>
          </p:spPr>
        </p:sp>
        <p:sp>
          <p:nvSpPr>
            <p:cNvPr id="67" name="TextBox 67"/>
            <p:cNvSpPr txBox="1"/>
            <p:nvPr/>
          </p:nvSpPr>
          <p:spPr bwMode="auto">
            <a:xfrm>
              <a:off x="0" y="-66675"/>
              <a:ext cx="7315200" cy="1042035"/>
            </a:xfrm>
            <a:prstGeom prst="rect">
              <a:avLst/>
            </a:prstGeom>
            <a:grpFill/>
          </p:spPr>
          <p:txBody>
            <a:bodyPr lIns="0" tIns="0" rIns="0" bIns="0" rtlCol="0" anchor="ctr"/>
            <a:lstStyle/>
            <a:p>
              <a:pPr algn="l">
                <a:lnSpc>
                  <a:spcPts val="3600"/>
                </a:lnSpc>
                <a:defRPr/>
              </a:pPr>
              <a:r>
                <a:rPr lang="en-US" sz="3000" b="1">
                  <a:solidFill>
                    <a:srgbClr val="1A2E4A"/>
                  </a:solidFill>
                  <a:latin typeface="Calibri (MS) Bold"/>
                  <a:ea typeface="Calibri (MS) Bold"/>
                  <a:cs typeface="Calibri (MS) Bold"/>
                </a:rPr>
                <a:t>Tech Stack</a:t>
              </a:r>
              <a:endParaRPr/>
            </a:p>
          </p:txBody>
        </p:sp>
      </p:grpSp>
      <p:grpSp>
        <p:nvGrpSpPr>
          <p:cNvPr id="1223444638" name="Group 68"/>
          <p:cNvGrpSpPr/>
          <p:nvPr/>
        </p:nvGrpSpPr>
        <p:grpSpPr bwMode="auto">
          <a:xfrm rot="0">
            <a:off x="718823" y="6570983"/>
            <a:ext cx="8072123" cy="1031243"/>
            <a:chOff x="0" y="0"/>
            <a:chExt cx="10762831" cy="1374991"/>
          </a:xfrm>
        </p:grpSpPr>
        <p:sp>
          <p:nvSpPr>
            <p:cNvPr id="69" name="Freeform 69"/>
            <p:cNvSpPr/>
            <p:nvPr/>
          </p:nvSpPr>
          <p:spPr bwMode="auto">
            <a:xfrm rot="0" flipH="0" flipV="0">
              <a:off x="16891" y="16891"/>
              <a:ext cx="10728960" cy="1341120"/>
            </a:xfrm>
            <a:custGeom>
              <a:avLst/>
              <a:gdLst/>
              <a:ahLst/>
              <a:cxnLst/>
              <a:rect l="l" t="t" r="r" b="b"/>
              <a:pathLst>
                <a:path w="10728960" h="1341120" fill="norm" stroke="1" extrusionOk="0">
                  <a:moveTo>
                    <a:pt x="0" y="0"/>
                  </a:moveTo>
                  <a:lnTo>
                    <a:pt x="10728960" y="0"/>
                  </a:lnTo>
                  <a:lnTo>
                    <a:pt x="10728960" y="1341120"/>
                  </a:lnTo>
                  <a:lnTo>
                    <a:pt x="0" y="1341120"/>
                  </a:lnTo>
                  <a:close/>
                </a:path>
              </a:pathLst>
            </a:custGeom>
            <a:solidFill>
              <a:srgbClr val="FFFFFF"/>
            </a:solidFill>
          </p:spPr>
        </p:sp>
        <p:sp>
          <p:nvSpPr>
            <p:cNvPr id="70" name="Freeform 70"/>
            <p:cNvSpPr/>
            <p:nvPr/>
          </p:nvSpPr>
          <p:spPr bwMode="auto">
            <a:xfrm rot="0" flipH="0" flipV="0">
              <a:off x="0" y="0"/>
              <a:ext cx="10762742" cy="1374902"/>
            </a:xfrm>
            <a:custGeom>
              <a:avLst/>
              <a:gdLst/>
              <a:ahLst/>
              <a:cxnLst/>
              <a:rect l="l" t="t" r="r" b="b"/>
              <a:pathLst>
                <a:path w="10762742" h="1374902" fill="norm" stroke="1" extrusionOk="0">
                  <a:moveTo>
                    <a:pt x="16891" y="0"/>
                  </a:moveTo>
                  <a:lnTo>
                    <a:pt x="10745851" y="0"/>
                  </a:lnTo>
                  <a:cubicBezTo>
                    <a:pt x="10755249" y="0"/>
                    <a:pt x="10762742" y="7620"/>
                    <a:pt x="10762742" y="16891"/>
                  </a:cubicBezTo>
                  <a:lnTo>
                    <a:pt x="10762742" y="1358011"/>
                  </a:lnTo>
                  <a:cubicBezTo>
                    <a:pt x="10762742" y="1367409"/>
                    <a:pt x="10755122" y="1374902"/>
                    <a:pt x="1074585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0745851" y="1341120"/>
                  </a:lnTo>
                  <a:lnTo>
                    <a:pt x="10745851" y="1358011"/>
                  </a:lnTo>
                  <a:lnTo>
                    <a:pt x="10728960" y="1358011"/>
                  </a:lnTo>
                  <a:lnTo>
                    <a:pt x="10728960" y="16891"/>
                  </a:lnTo>
                  <a:lnTo>
                    <a:pt x="10745851" y="16891"/>
                  </a:lnTo>
                  <a:lnTo>
                    <a:pt x="10745851" y="33909"/>
                  </a:lnTo>
                  <a:lnTo>
                    <a:pt x="16891" y="33909"/>
                  </a:lnTo>
                  <a:close/>
                </a:path>
              </a:pathLst>
            </a:custGeom>
            <a:solidFill>
              <a:srgbClr val="E2E8F0"/>
            </a:solidFill>
          </p:spPr>
        </p:sp>
      </p:grpSp>
      <p:grpSp>
        <p:nvGrpSpPr>
          <p:cNvPr id="1198971421" name="Group 71"/>
          <p:cNvGrpSpPr/>
          <p:nvPr/>
        </p:nvGrpSpPr>
        <p:grpSpPr bwMode="auto">
          <a:xfrm rot="0">
            <a:off x="718823" y="6570983"/>
            <a:ext cx="171707" cy="1031243"/>
            <a:chOff x="0" y="0"/>
            <a:chExt cx="228943" cy="1374991"/>
          </a:xfrm>
        </p:grpSpPr>
        <p:sp>
          <p:nvSpPr>
            <p:cNvPr id="72" name="Freeform 72"/>
            <p:cNvSpPr/>
            <p:nvPr/>
          </p:nvSpPr>
          <p:spPr bwMode="auto">
            <a:xfrm rot="0" flipH="0" flipV="0">
              <a:off x="16891" y="16891"/>
              <a:ext cx="195072" cy="1341120"/>
            </a:xfrm>
            <a:custGeom>
              <a:avLst/>
              <a:gdLst/>
              <a:ahLst/>
              <a:cxnLst/>
              <a:rect l="l" t="t" r="r" b="b"/>
              <a:pathLst>
                <a:path w="195072" h="1341120" fill="norm" stroke="1" extrusionOk="0">
                  <a:moveTo>
                    <a:pt x="0" y="0"/>
                  </a:moveTo>
                  <a:lnTo>
                    <a:pt x="195072" y="0"/>
                  </a:lnTo>
                  <a:lnTo>
                    <a:pt x="195072" y="1341120"/>
                  </a:lnTo>
                  <a:lnTo>
                    <a:pt x="0" y="1341120"/>
                  </a:lnTo>
                  <a:close/>
                </a:path>
              </a:pathLst>
            </a:custGeom>
            <a:solidFill>
              <a:srgbClr val="0891B2"/>
            </a:solidFill>
          </p:spPr>
        </p:sp>
        <p:sp>
          <p:nvSpPr>
            <p:cNvPr id="73" name="Freeform 73"/>
            <p:cNvSpPr/>
            <p:nvPr/>
          </p:nvSpPr>
          <p:spPr bwMode="auto">
            <a:xfrm rot="0" flipH="0" flipV="0">
              <a:off x="0" y="0"/>
              <a:ext cx="228854" cy="1374902"/>
            </a:xfrm>
            <a:custGeom>
              <a:avLst/>
              <a:gdLst/>
              <a:ahLst/>
              <a:cxnLst/>
              <a:rect l="l" t="t" r="r" b="b"/>
              <a:pathLst>
                <a:path w="228854" h="1374902" fill="norm" stroke="1" extrusionOk="0">
                  <a:moveTo>
                    <a:pt x="16891" y="0"/>
                  </a:moveTo>
                  <a:lnTo>
                    <a:pt x="211963" y="0"/>
                  </a:lnTo>
                  <a:cubicBezTo>
                    <a:pt x="221361" y="0"/>
                    <a:pt x="228854" y="7620"/>
                    <a:pt x="228854" y="16891"/>
                  </a:cubicBezTo>
                  <a:lnTo>
                    <a:pt x="228854" y="1358011"/>
                  </a:lnTo>
                  <a:cubicBezTo>
                    <a:pt x="228854" y="1367409"/>
                    <a:pt x="221234" y="1374902"/>
                    <a:pt x="211963"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11963" y="1341120"/>
                  </a:lnTo>
                  <a:lnTo>
                    <a:pt x="211963" y="1358011"/>
                  </a:lnTo>
                  <a:lnTo>
                    <a:pt x="195072" y="1358011"/>
                  </a:lnTo>
                  <a:lnTo>
                    <a:pt x="195072" y="16891"/>
                  </a:lnTo>
                  <a:lnTo>
                    <a:pt x="211963" y="16891"/>
                  </a:lnTo>
                  <a:lnTo>
                    <a:pt x="211963" y="33909"/>
                  </a:lnTo>
                  <a:lnTo>
                    <a:pt x="16891" y="33909"/>
                  </a:lnTo>
                  <a:close/>
                </a:path>
              </a:pathLst>
            </a:custGeom>
            <a:solidFill>
              <a:srgbClr val="0891B2"/>
            </a:solidFill>
          </p:spPr>
        </p:sp>
      </p:grpSp>
      <p:grpSp>
        <p:nvGrpSpPr>
          <p:cNvPr id="233167833" name="Group 74"/>
          <p:cNvGrpSpPr/>
          <p:nvPr/>
        </p:nvGrpSpPr>
        <p:grpSpPr bwMode="auto">
          <a:xfrm rot="0">
            <a:off x="1060704" y="6583680"/>
            <a:ext cx="2011680" cy="1005840"/>
            <a:chOff x="0" y="0"/>
            <a:chExt cx="2682240" cy="1341120"/>
          </a:xfrm>
        </p:grpSpPr>
        <p:sp>
          <p:nvSpPr>
            <p:cNvPr id="75" name="Freeform 75"/>
            <p:cNvSpPr/>
            <p:nvPr/>
          </p:nvSpPr>
          <p:spPr bwMode="auto">
            <a:xfrm rot="0" flipH="0" flipV="0">
              <a:off x="0" y="0"/>
              <a:ext cx="2682240" cy="1341120"/>
            </a:xfrm>
            <a:custGeom>
              <a:avLst/>
              <a:gdLst/>
              <a:ahLst/>
              <a:cxnLst/>
              <a:rect l="l" t="t" r="r" b="b"/>
              <a:pathLst>
                <a:path w="2682240" h="1341120" fill="norm" stroke="1" extrusionOk="0">
                  <a:moveTo>
                    <a:pt x="0" y="0"/>
                  </a:moveTo>
                  <a:lnTo>
                    <a:pt x="2682240" y="0"/>
                  </a:lnTo>
                  <a:lnTo>
                    <a:pt x="2682240" y="1341120"/>
                  </a:lnTo>
                  <a:lnTo>
                    <a:pt x="0" y="1341120"/>
                  </a:lnTo>
                  <a:close/>
                </a:path>
              </a:pathLst>
            </a:custGeom>
            <a:blipFill rotWithShape="1">
              <a:blip r:embed="rId3">
                <a:alphaModFix amt="0"/>
              </a:blip>
              <a:stretch>
                <a:fillRect l="-14151" t="0" r="-14150" b="0"/>
              </a:stretch>
            </a:blipFill>
          </p:spPr>
        </p:sp>
        <p:sp>
          <p:nvSpPr>
            <p:cNvPr id="76" name="TextBox 76"/>
            <p:cNvSpPr txBox="1"/>
            <p:nvPr/>
          </p:nvSpPr>
          <p:spPr bwMode="auto">
            <a:xfrm>
              <a:off x="0" y="-38100"/>
              <a:ext cx="2682240" cy="1379220"/>
            </a:xfrm>
            <a:prstGeom prst="rect">
              <a:avLst/>
            </a:prstGeom>
            <a:grpFill/>
          </p:spPr>
          <p:txBody>
            <a:bodyPr lIns="0" tIns="0" rIns="0" bIns="0" rtlCol="0" anchor="ctr"/>
            <a:lstStyle/>
            <a:p>
              <a:pPr algn="l">
                <a:lnSpc>
                  <a:spcPts val="2879"/>
                </a:lnSpc>
                <a:defRPr/>
              </a:pPr>
              <a:r>
                <a:rPr lang="en-US" sz="2400" b="1">
                  <a:solidFill>
                    <a:srgbClr val="1A2E4A"/>
                  </a:solidFill>
                  <a:latin typeface="Calibri (MS) Bold"/>
                  <a:ea typeface="Calibri (MS) Bold"/>
                  <a:cs typeface="Calibri (MS) Bold"/>
                </a:rPr>
                <a:t>Frontend: </a:t>
              </a:r>
              <a:endParaRPr/>
            </a:p>
          </p:txBody>
        </p:sp>
      </p:grpSp>
      <p:grpSp>
        <p:nvGrpSpPr>
          <p:cNvPr id="849591394" name="Group 77"/>
          <p:cNvGrpSpPr/>
          <p:nvPr/>
        </p:nvGrpSpPr>
        <p:grpSpPr bwMode="auto">
          <a:xfrm rot="0">
            <a:off x="2926080" y="6583680"/>
            <a:ext cx="5669280" cy="1005840"/>
            <a:chOff x="0" y="0"/>
            <a:chExt cx="7559040" cy="1341120"/>
          </a:xfrm>
        </p:grpSpPr>
        <p:sp>
          <p:nvSpPr>
            <p:cNvPr id="78" name="Freeform 78"/>
            <p:cNvSpPr/>
            <p:nvPr/>
          </p:nvSpPr>
          <p:spPr bwMode="auto">
            <a:xfrm rot="0" flipH="0" flipV="0">
              <a:off x="0" y="0"/>
              <a:ext cx="7559040" cy="1341120"/>
            </a:xfrm>
            <a:custGeom>
              <a:avLst/>
              <a:gdLst/>
              <a:ahLst/>
              <a:cxnLst/>
              <a:rect l="l" t="t" r="r" b="b"/>
              <a:pathLst>
                <a:path w="7559040" h="1341120" fill="norm" stroke="1" extrusionOk="0">
                  <a:moveTo>
                    <a:pt x="0" y="0"/>
                  </a:moveTo>
                  <a:lnTo>
                    <a:pt x="7559040" y="0"/>
                  </a:lnTo>
                  <a:lnTo>
                    <a:pt x="7559040" y="1341120"/>
                  </a:lnTo>
                  <a:lnTo>
                    <a:pt x="0" y="1341120"/>
                  </a:lnTo>
                  <a:close/>
                </a:path>
              </a:pathLst>
            </a:custGeom>
            <a:blipFill rotWithShape="1">
              <a:blip r:embed="rId3">
                <a:alphaModFix amt="0"/>
              </a:blip>
              <a:stretch>
                <a:fillRect l="0" t="-59824" r="0" b="-59824"/>
              </a:stretch>
            </a:blipFill>
          </p:spPr>
        </p:sp>
        <p:sp>
          <p:nvSpPr>
            <p:cNvPr id="79" name="TextBox 79"/>
            <p:cNvSpPr txBox="1"/>
            <p:nvPr/>
          </p:nvSpPr>
          <p:spPr bwMode="auto">
            <a:xfrm>
              <a:off x="0" y="-38100"/>
              <a:ext cx="7559040" cy="1379220"/>
            </a:xfrm>
            <a:prstGeom prst="rect">
              <a:avLst/>
            </a:prstGeom>
            <a:grpFill/>
          </p:spPr>
          <p:txBody>
            <a:bodyPr lIns="0" tIns="0" rIns="0" bIns="0" rtlCol="0" anchor="ctr"/>
            <a:lstStyle/>
            <a:p>
              <a:pPr algn="l">
                <a:lnSpc>
                  <a:spcPts val="2879"/>
                </a:lnSpc>
                <a:defRPr/>
              </a:pPr>
              <a:r>
                <a:rPr lang="en-US" sz="2400">
                  <a:solidFill>
                    <a:srgbClr val="64748B"/>
                  </a:solidFill>
                  <a:latin typeface="Calibri (MS)"/>
                  <a:ea typeface="Calibri (MS)"/>
                  <a:cs typeface="Calibri (MS)"/>
                </a:rPr>
                <a:t>HTML, CSS, JavaScript / React.js</a:t>
              </a:r>
              <a:endParaRPr/>
            </a:p>
          </p:txBody>
        </p:sp>
      </p:grpSp>
      <p:grpSp>
        <p:nvGrpSpPr>
          <p:cNvPr id="236010252" name="Group 80"/>
          <p:cNvGrpSpPr/>
          <p:nvPr/>
        </p:nvGrpSpPr>
        <p:grpSpPr bwMode="auto">
          <a:xfrm rot="0">
            <a:off x="9497063" y="6570983"/>
            <a:ext cx="8072123" cy="1031243"/>
            <a:chOff x="0" y="0"/>
            <a:chExt cx="10762831" cy="1374991"/>
          </a:xfrm>
        </p:grpSpPr>
        <p:sp>
          <p:nvSpPr>
            <p:cNvPr id="81" name="Freeform 81"/>
            <p:cNvSpPr/>
            <p:nvPr/>
          </p:nvSpPr>
          <p:spPr bwMode="auto">
            <a:xfrm rot="0" flipH="0" flipV="0">
              <a:off x="16891" y="16891"/>
              <a:ext cx="10728960" cy="1341120"/>
            </a:xfrm>
            <a:custGeom>
              <a:avLst/>
              <a:gdLst/>
              <a:ahLst/>
              <a:cxnLst/>
              <a:rect l="l" t="t" r="r" b="b"/>
              <a:pathLst>
                <a:path w="10728960" h="1341120" fill="norm" stroke="1" extrusionOk="0">
                  <a:moveTo>
                    <a:pt x="0" y="0"/>
                  </a:moveTo>
                  <a:lnTo>
                    <a:pt x="10728960" y="0"/>
                  </a:lnTo>
                  <a:lnTo>
                    <a:pt x="10728960" y="1341120"/>
                  </a:lnTo>
                  <a:lnTo>
                    <a:pt x="0" y="1341120"/>
                  </a:lnTo>
                  <a:close/>
                </a:path>
              </a:pathLst>
            </a:custGeom>
            <a:solidFill>
              <a:srgbClr val="FFFFFF"/>
            </a:solidFill>
          </p:spPr>
        </p:sp>
        <p:sp>
          <p:nvSpPr>
            <p:cNvPr id="82" name="Freeform 82"/>
            <p:cNvSpPr/>
            <p:nvPr/>
          </p:nvSpPr>
          <p:spPr bwMode="auto">
            <a:xfrm rot="0" flipH="0" flipV="0">
              <a:off x="0" y="0"/>
              <a:ext cx="10762742" cy="1374902"/>
            </a:xfrm>
            <a:custGeom>
              <a:avLst/>
              <a:gdLst/>
              <a:ahLst/>
              <a:cxnLst/>
              <a:rect l="l" t="t" r="r" b="b"/>
              <a:pathLst>
                <a:path w="10762742" h="1374902" fill="norm" stroke="1" extrusionOk="0">
                  <a:moveTo>
                    <a:pt x="16891" y="0"/>
                  </a:moveTo>
                  <a:lnTo>
                    <a:pt x="10745851" y="0"/>
                  </a:lnTo>
                  <a:cubicBezTo>
                    <a:pt x="10755249" y="0"/>
                    <a:pt x="10762742" y="7620"/>
                    <a:pt x="10762742" y="16891"/>
                  </a:cubicBezTo>
                  <a:lnTo>
                    <a:pt x="10762742" y="1358011"/>
                  </a:lnTo>
                  <a:cubicBezTo>
                    <a:pt x="10762742" y="1367409"/>
                    <a:pt x="10755122" y="1374902"/>
                    <a:pt x="1074585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0745851" y="1341120"/>
                  </a:lnTo>
                  <a:lnTo>
                    <a:pt x="10745851" y="1358011"/>
                  </a:lnTo>
                  <a:lnTo>
                    <a:pt x="10728960" y="1358011"/>
                  </a:lnTo>
                  <a:lnTo>
                    <a:pt x="10728960" y="16891"/>
                  </a:lnTo>
                  <a:lnTo>
                    <a:pt x="10745851" y="16891"/>
                  </a:lnTo>
                  <a:lnTo>
                    <a:pt x="10745851" y="33909"/>
                  </a:lnTo>
                  <a:lnTo>
                    <a:pt x="16891" y="33909"/>
                  </a:lnTo>
                  <a:close/>
                </a:path>
              </a:pathLst>
            </a:custGeom>
            <a:solidFill>
              <a:srgbClr val="E2E8F0"/>
            </a:solidFill>
          </p:spPr>
        </p:sp>
      </p:grpSp>
      <p:grpSp>
        <p:nvGrpSpPr>
          <p:cNvPr id="2053925229" name="Group 83"/>
          <p:cNvGrpSpPr/>
          <p:nvPr/>
        </p:nvGrpSpPr>
        <p:grpSpPr bwMode="auto">
          <a:xfrm rot="0">
            <a:off x="9497063" y="6570983"/>
            <a:ext cx="171707" cy="1031243"/>
            <a:chOff x="0" y="0"/>
            <a:chExt cx="228943" cy="1374991"/>
          </a:xfrm>
        </p:grpSpPr>
        <p:sp>
          <p:nvSpPr>
            <p:cNvPr id="84" name="Freeform 84"/>
            <p:cNvSpPr/>
            <p:nvPr/>
          </p:nvSpPr>
          <p:spPr bwMode="auto">
            <a:xfrm rot="0" flipH="0" flipV="0">
              <a:off x="16891" y="16891"/>
              <a:ext cx="195072" cy="1341120"/>
            </a:xfrm>
            <a:custGeom>
              <a:avLst/>
              <a:gdLst/>
              <a:ahLst/>
              <a:cxnLst/>
              <a:rect l="l" t="t" r="r" b="b"/>
              <a:pathLst>
                <a:path w="195072" h="1341120" fill="norm" stroke="1" extrusionOk="0">
                  <a:moveTo>
                    <a:pt x="0" y="0"/>
                  </a:moveTo>
                  <a:lnTo>
                    <a:pt x="195072" y="0"/>
                  </a:lnTo>
                  <a:lnTo>
                    <a:pt x="195072" y="1341120"/>
                  </a:lnTo>
                  <a:lnTo>
                    <a:pt x="0" y="1341120"/>
                  </a:lnTo>
                  <a:close/>
                </a:path>
              </a:pathLst>
            </a:custGeom>
            <a:solidFill>
              <a:srgbClr val="0891B2"/>
            </a:solidFill>
          </p:spPr>
        </p:sp>
        <p:sp>
          <p:nvSpPr>
            <p:cNvPr id="85" name="Freeform 85"/>
            <p:cNvSpPr/>
            <p:nvPr/>
          </p:nvSpPr>
          <p:spPr bwMode="auto">
            <a:xfrm rot="0" flipH="0" flipV="0">
              <a:off x="0" y="0"/>
              <a:ext cx="228854" cy="1374902"/>
            </a:xfrm>
            <a:custGeom>
              <a:avLst/>
              <a:gdLst/>
              <a:ahLst/>
              <a:cxnLst/>
              <a:rect l="l" t="t" r="r" b="b"/>
              <a:pathLst>
                <a:path w="228854" h="1374902" fill="norm" stroke="1" extrusionOk="0">
                  <a:moveTo>
                    <a:pt x="16891" y="0"/>
                  </a:moveTo>
                  <a:lnTo>
                    <a:pt x="211963" y="0"/>
                  </a:lnTo>
                  <a:cubicBezTo>
                    <a:pt x="221361" y="0"/>
                    <a:pt x="228854" y="7620"/>
                    <a:pt x="228854" y="16891"/>
                  </a:cubicBezTo>
                  <a:lnTo>
                    <a:pt x="228854" y="1358011"/>
                  </a:lnTo>
                  <a:cubicBezTo>
                    <a:pt x="228854" y="1367409"/>
                    <a:pt x="221234" y="1374902"/>
                    <a:pt x="211963"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11963" y="1341120"/>
                  </a:lnTo>
                  <a:lnTo>
                    <a:pt x="211963" y="1358011"/>
                  </a:lnTo>
                  <a:lnTo>
                    <a:pt x="195072" y="1358011"/>
                  </a:lnTo>
                  <a:lnTo>
                    <a:pt x="195072" y="16891"/>
                  </a:lnTo>
                  <a:lnTo>
                    <a:pt x="211963" y="16891"/>
                  </a:lnTo>
                  <a:lnTo>
                    <a:pt x="211963" y="33909"/>
                  </a:lnTo>
                  <a:lnTo>
                    <a:pt x="16891" y="33909"/>
                  </a:lnTo>
                  <a:close/>
                </a:path>
              </a:pathLst>
            </a:custGeom>
            <a:solidFill>
              <a:srgbClr val="0891B2"/>
            </a:solidFill>
          </p:spPr>
        </p:sp>
      </p:grpSp>
      <p:grpSp>
        <p:nvGrpSpPr>
          <p:cNvPr id="2021894946" name="Group 86"/>
          <p:cNvGrpSpPr/>
          <p:nvPr/>
        </p:nvGrpSpPr>
        <p:grpSpPr bwMode="auto">
          <a:xfrm rot="0">
            <a:off x="9838943" y="6583680"/>
            <a:ext cx="2011680" cy="1005840"/>
            <a:chOff x="0" y="0"/>
            <a:chExt cx="2682240" cy="1341120"/>
          </a:xfrm>
        </p:grpSpPr>
        <p:sp>
          <p:nvSpPr>
            <p:cNvPr id="87" name="Freeform 87"/>
            <p:cNvSpPr/>
            <p:nvPr/>
          </p:nvSpPr>
          <p:spPr bwMode="auto">
            <a:xfrm rot="0" flipH="0" flipV="0">
              <a:off x="0" y="0"/>
              <a:ext cx="2682240" cy="1341120"/>
            </a:xfrm>
            <a:custGeom>
              <a:avLst/>
              <a:gdLst/>
              <a:ahLst/>
              <a:cxnLst/>
              <a:rect l="l" t="t" r="r" b="b"/>
              <a:pathLst>
                <a:path w="2682240" h="1341120" fill="norm" stroke="1" extrusionOk="0">
                  <a:moveTo>
                    <a:pt x="0" y="0"/>
                  </a:moveTo>
                  <a:lnTo>
                    <a:pt x="2682240" y="0"/>
                  </a:lnTo>
                  <a:lnTo>
                    <a:pt x="2682240" y="1341120"/>
                  </a:lnTo>
                  <a:lnTo>
                    <a:pt x="0" y="1341120"/>
                  </a:lnTo>
                  <a:close/>
                </a:path>
              </a:pathLst>
            </a:custGeom>
            <a:blipFill rotWithShape="1">
              <a:blip r:embed="rId3">
                <a:alphaModFix amt="0"/>
              </a:blip>
              <a:stretch>
                <a:fillRect l="-14151" t="0" r="-14150" b="0"/>
              </a:stretch>
            </a:blipFill>
          </p:spPr>
        </p:sp>
        <p:sp>
          <p:nvSpPr>
            <p:cNvPr id="88" name="TextBox 88"/>
            <p:cNvSpPr txBox="1"/>
            <p:nvPr/>
          </p:nvSpPr>
          <p:spPr bwMode="auto">
            <a:xfrm>
              <a:off x="0" y="-38100"/>
              <a:ext cx="2682240" cy="1379220"/>
            </a:xfrm>
            <a:prstGeom prst="rect">
              <a:avLst/>
            </a:prstGeom>
            <a:grpFill/>
          </p:spPr>
          <p:txBody>
            <a:bodyPr lIns="0" tIns="0" rIns="0" bIns="0" rtlCol="0" anchor="ctr"/>
            <a:lstStyle/>
            <a:p>
              <a:pPr algn="l">
                <a:lnSpc>
                  <a:spcPts val="2879"/>
                </a:lnSpc>
                <a:defRPr/>
              </a:pPr>
              <a:r>
                <a:rPr lang="en-US" sz="2400" b="1">
                  <a:solidFill>
                    <a:srgbClr val="1A2E4A"/>
                  </a:solidFill>
                  <a:latin typeface="Calibri (MS) Bold"/>
                  <a:ea typeface="Calibri (MS) Bold"/>
                  <a:cs typeface="Calibri (MS) Bold"/>
                </a:rPr>
                <a:t>Backend: </a:t>
              </a:r>
              <a:endParaRPr/>
            </a:p>
          </p:txBody>
        </p:sp>
      </p:grpSp>
      <p:grpSp>
        <p:nvGrpSpPr>
          <p:cNvPr id="1607459679" name="Group 89"/>
          <p:cNvGrpSpPr/>
          <p:nvPr/>
        </p:nvGrpSpPr>
        <p:grpSpPr bwMode="auto">
          <a:xfrm rot="0">
            <a:off x="11704320" y="6583680"/>
            <a:ext cx="5669280" cy="1005840"/>
            <a:chOff x="0" y="0"/>
            <a:chExt cx="7559040" cy="1341120"/>
          </a:xfrm>
        </p:grpSpPr>
        <p:sp>
          <p:nvSpPr>
            <p:cNvPr id="90" name="Freeform 90"/>
            <p:cNvSpPr/>
            <p:nvPr/>
          </p:nvSpPr>
          <p:spPr bwMode="auto">
            <a:xfrm rot="0" flipH="0" flipV="0">
              <a:off x="0" y="0"/>
              <a:ext cx="7559040" cy="1341120"/>
            </a:xfrm>
            <a:custGeom>
              <a:avLst/>
              <a:gdLst/>
              <a:ahLst/>
              <a:cxnLst/>
              <a:rect l="l" t="t" r="r" b="b"/>
              <a:pathLst>
                <a:path w="7559040" h="1341120" fill="norm" stroke="1" extrusionOk="0">
                  <a:moveTo>
                    <a:pt x="0" y="0"/>
                  </a:moveTo>
                  <a:lnTo>
                    <a:pt x="7559040" y="0"/>
                  </a:lnTo>
                  <a:lnTo>
                    <a:pt x="7559040" y="1341120"/>
                  </a:lnTo>
                  <a:lnTo>
                    <a:pt x="0" y="1341120"/>
                  </a:lnTo>
                  <a:close/>
                </a:path>
              </a:pathLst>
            </a:custGeom>
            <a:blipFill rotWithShape="1">
              <a:blip r:embed="rId3">
                <a:alphaModFix amt="0"/>
              </a:blip>
              <a:stretch>
                <a:fillRect l="0" t="-59824" r="0" b="-59824"/>
              </a:stretch>
            </a:blipFill>
          </p:spPr>
        </p:sp>
        <p:sp>
          <p:nvSpPr>
            <p:cNvPr id="91" name="TextBox 91"/>
            <p:cNvSpPr txBox="1"/>
            <p:nvPr/>
          </p:nvSpPr>
          <p:spPr bwMode="auto">
            <a:xfrm>
              <a:off x="0" y="-38100"/>
              <a:ext cx="7559040" cy="1379220"/>
            </a:xfrm>
            <a:prstGeom prst="rect">
              <a:avLst/>
            </a:prstGeom>
            <a:grpFill/>
          </p:spPr>
          <p:txBody>
            <a:bodyPr lIns="0" tIns="0" rIns="0" bIns="0" rtlCol="0" anchor="ctr"/>
            <a:lstStyle/>
            <a:p>
              <a:pPr algn="l">
                <a:lnSpc>
                  <a:spcPts val="2879"/>
                </a:lnSpc>
                <a:defRPr/>
              </a:pPr>
              <a:r>
                <a:rPr lang="en-US" sz="2400">
                  <a:solidFill>
                    <a:srgbClr val="64748B"/>
                  </a:solidFill>
                  <a:latin typeface="Calibri (MS)"/>
                  <a:ea typeface="Calibri (MS)"/>
                  <a:cs typeface="Calibri (MS)"/>
                </a:rPr>
                <a:t>Python (Django) / Node.js (Express)</a:t>
              </a:r>
              <a:endParaRPr/>
            </a:p>
          </p:txBody>
        </p:sp>
      </p:grpSp>
      <p:grpSp>
        <p:nvGrpSpPr>
          <p:cNvPr id="265391969" name="Group 92"/>
          <p:cNvGrpSpPr/>
          <p:nvPr/>
        </p:nvGrpSpPr>
        <p:grpSpPr bwMode="auto">
          <a:xfrm rot="0">
            <a:off x="718823" y="7759703"/>
            <a:ext cx="8072123" cy="1031243"/>
            <a:chOff x="0" y="0"/>
            <a:chExt cx="10762831" cy="1374991"/>
          </a:xfrm>
        </p:grpSpPr>
        <p:sp>
          <p:nvSpPr>
            <p:cNvPr id="93" name="Freeform 93"/>
            <p:cNvSpPr/>
            <p:nvPr/>
          </p:nvSpPr>
          <p:spPr bwMode="auto">
            <a:xfrm rot="0" flipH="0" flipV="0">
              <a:off x="16891" y="16891"/>
              <a:ext cx="10728960" cy="1341120"/>
            </a:xfrm>
            <a:custGeom>
              <a:avLst/>
              <a:gdLst/>
              <a:ahLst/>
              <a:cxnLst/>
              <a:rect l="l" t="t" r="r" b="b"/>
              <a:pathLst>
                <a:path w="10728960" h="1341120" fill="norm" stroke="1" extrusionOk="0">
                  <a:moveTo>
                    <a:pt x="0" y="0"/>
                  </a:moveTo>
                  <a:lnTo>
                    <a:pt x="10728960" y="0"/>
                  </a:lnTo>
                  <a:lnTo>
                    <a:pt x="10728960" y="1341120"/>
                  </a:lnTo>
                  <a:lnTo>
                    <a:pt x="0" y="1341120"/>
                  </a:lnTo>
                  <a:close/>
                </a:path>
              </a:pathLst>
            </a:custGeom>
            <a:solidFill>
              <a:srgbClr val="FFFFFF"/>
            </a:solidFill>
          </p:spPr>
        </p:sp>
        <p:sp>
          <p:nvSpPr>
            <p:cNvPr id="94" name="Freeform 94"/>
            <p:cNvSpPr/>
            <p:nvPr/>
          </p:nvSpPr>
          <p:spPr bwMode="auto">
            <a:xfrm rot="0" flipH="0" flipV="0">
              <a:off x="0" y="0"/>
              <a:ext cx="10762742" cy="1374902"/>
            </a:xfrm>
            <a:custGeom>
              <a:avLst/>
              <a:gdLst/>
              <a:ahLst/>
              <a:cxnLst/>
              <a:rect l="l" t="t" r="r" b="b"/>
              <a:pathLst>
                <a:path w="10762742" h="1374902" fill="norm" stroke="1" extrusionOk="0">
                  <a:moveTo>
                    <a:pt x="16891" y="0"/>
                  </a:moveTo>
                  <a:lnTo>
                    <a:pt x="10745851" y="0"/>
                  </a:lnTo>
                  <a:cubicBezTo>
                    <a:pt x="10755249" y="0"/>
                    <a:pt x="10762742" y="7620"/>
                    <a:pt x="10762742" y="16891"/>
                  </a:cubicBezTo>
                  <a:lnTo>
                    <a:pt x="10762742" y="1358011"/>
                  </a:lnTo>
                  <a:cubicBezTo>
                    <a:pt x="10762742" y="1367409"/>
                    <a:pt x="10755122" y="1374902"/>
                    <a:pt x="1074585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0745851" y="1341120"/>
                  </a:lnTo>
                  <a:lnTo>
                    <a:pt x="10745851" y="1358011"/>
                  </a:lnTo>
                  <a:lnTo>
                    <a:pt x="10728960" y="1358011"/>
                  </a:lnTo>
                  <a:lnTo>
                    <a:pt x="10728960" y="16891"/>
                  </a:lnTo>
                  <a:lnTo>
                    <a:pt x="10745851" y="16891"/>
                  </a:lnTo>
                  <a:lnTo>
                    <a:pt x="10745851" y="33909"/>
                  </a:lnTo>
                  <a:lnTo>
                    <a:pt x="16891" y="33909"/>
                  </a:lnTo>
                  <a:close/>
                </a:path>
              </a:pathLst>
            </a:custGeom>
            <a:solidFill>
              <a:srgbClr val="E2E8F0"/>
            </a:solidFill>
          </p:spPr>
        </p:sp>
      </p:grpSp>
      <p:grpSp>
        <p:nvGrpSpPr>
          <p:cNvPr id="1742758798" name="Group 95"/>
          <p:cNvGrpSpPr/>
          <p:nvPr/>
        </p:nvGrpSpPr>
        <p:grpSpPr bwMode="auto">
          <a:xfrm rot="0">
            <a:off x="718823" y="7759703"/>
            <a:ext cx="171707" cy="1031243"/>
            <a:chOff x="0" y="0"/>
            <a:chExt cx="228943" cy="1374991"/>
          </a:xfrm>
        </p:grpSpPr>
        <p:sp>
          <p:nvSpPr>
            <p:cNvPr id="96" name="Freeform 96"/>
            <p:cNvSpPr/>
            <p:nvPr/>
          </p:nvSpPr>
          <p:spPr bwMode="auto">
            <a:xfrm rot="0" flipH="0" flipV="0">
              <a:off x="16891" y="16891"/>
              <a:ext cx="195072" cy="1341120"/>
            </a:xfrm>
            <a:custGeom>
              <a:avLst/>
              <a:gdLst/>
              <a:ahLst/>
              <a:cxnLst/>
              <a:rect l="l" t="t" r="r" b="b"/>
              <a:pathLst>
                <a:path w="195072" h="1341120" fill="norm" stroke="1" extrusionOk="0">
                  <a:moveTo>
                    <a:pt x="0" y="0"/>
                  </a:moveTo>
                  <a:lnTo>
                    <a:pt x="195072" y="0"/>
                  </a:lnTo>
                  <a:lnTo>
                    <a:pt x="195072" y="1341120"/>
                  </a:lnTo>
                  <a:lnTo>
                    <a:pt x="0" y="1341120"/>
                  </a:lnTo>
                  <a:close/>
                </a:path>
              </a:pathLst>
            </a:custGeom>
            <a:solidFill>
              <a:srgbClr val="0891B2"/>
            </a:solidFill>
          </p:spPr>
        </p:sp>
        <p:sp>
          <p:nvSpPr>
            <p:cNvPr id="97" name="Freeform 97"/>
            <p:cNvSpPr/>
            <p:nvPr/>
          </p:nvSpPr>
          <p:spPr bwMode="auto">
            <a:xfrm rot="0" flipH="0" flipV="0">
              <a:off x="0" y="0"/>
              <a:ext cx="228854" cy="1374902"/>
            </a:xfrm>
            <a:custGeom>
              <a:avLst/>
              <a:gdLst/>
              <a:ahLst/>
              <a:cxnLst/>
              <a:rect l="l" t="t" r="r" b="b"/>
              <a:pathLst>
                <a:path w="228854" h="1374902" fill="norm" stroke="1" extrusionOk="0">
                  <a:moveTo>
                    <a:pt x="16891" y="0"/>
                  </a:moveTo>
                  <a:lnTo>
                    <a:pt x="211963" y="0"/>
                  </a:lnTo>
                  <a:cubicBezTo>
                    <a:pt x="221361" y="0"/>
                    <a:pt x="228854" y="7620"/>
                    <a:pt x="228854" y="16891"/>
                  </a:cubicBezTo>
                  <a:lnTo>
                    <a:pt x="228854" y="1358011"/>
                  </a:lnTo>
                  <a:cubicBezTo>
                    <a:pt x="228854" y="1367409"/>
                    <a:pt x="221234" y="1374902"/>
                    <a:pt x="211963"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11963" y="1341120"/>
                  </a:lnTo>
                  <a:lnTo>
                    <a:pt x="211963" y="1358011"/>
                  </a:lnTo>
                  <a:lnTo>
                    <a:pt x="195072" y="1358011"/>
                  </a:lnTo>
                  <a:lnTo>
                    <a:pt x="195072" y="16891"/>
                  </a:lnTo>
                  <a:lnTo>
                    <a:pt x="211963" y="16891"/>
                  </a:lnTo>
                  <a:lnTo>
                    <a:pt x="211963" y="33909"/>
                  </a:lnTo>
                  <a:lnTo>
                    <a:pt x="16891" y="33909"/>
                  </a:lnTo>
                  <a:close/>
                </a:path>
              </a:pathLst>
            </a:custGeom>
            <a:solidFill>
              <a:srgbClr val="0891B2"/>
            </a:solidFill>
          </p:spPr>
        </p:sp>
      </p:grpSp>
      <p:grpSp>
        <p:nvGrpSpPr>
          <p:cNvPr id="1060969263" name="Group 98"/>
          <p:cNvGrpSpPr/>
          <p:nvPr/>
        </p:nvGrpSpPr>
        <p:grpSpPr bwMode="auto">
          <a:xfrm rot="0">
            <a:off x="1060704" y="7772400"/>
            <a:ext cx="2011680" cy="1005840"/>
            <a:chOff x="0" y="0"/>
            <a:chExt cx="2682240" cy="1341120"/>
          </a:xfrm>
        </p:grpSpPr>
        <p:sp>
          <p:nvSpPr>
            <p:cNvPr id="99" name="Freeform 99"/>
            <p:cNvSpPr/>
            <p:nvPr/>
          </p:nvSpPr>
          <p:spPr bwMode="auto">
            <a:xfrm rot="0" flipH="0" flipV="0">
              <a:off x="0" y="0"/>
              <a:ext cx="2682240" cy="1341120"/>
            </a:xfrm>
            <a:custGeom>
              <a:avLst/>
              <a:gdLst/>
              <a:ahLst/>
              <a:cxnLst/>
              <a:rect l="l" t="t" r="r" b="b"/>
              <a:pathLst>
                <a:path w="2682240" h="1341120" fill="norm" stroke="1" extrusionOk="0">
                  <a:moveTo>
                    <a:pt x="0" y="0"/>
                  </a:moveTo>
                  <a:lnTo>
                    <a:pt x="2682240" y="0"/>
                  </a:lnTo>
                  <a:lnTo>
                    <a:pt x="2682240" y="1341120"/>
                  </a:lnTo>
                  <a:lnTo>
                    <a:pt x="0" y="1341120"/>
                  </a:lnTo>
                  <a:close/>
                </a:path>
              </a:pathLst>
            </a:custGeom>
            <a:blipFill rotWithShape="1">
              <a:blip r:embed="rId3">
                <a:alphaModFix amt="0"/>
              </a:blip>
              <a:stretch>
                <a:fillRect l="-14151" t="0" r="-14150" b="0"/>
              </a:stretch>
            </a:blipFill>
          </p:spPr>
        </p:sp>
        <p:sp>
          <p:nvSpPr>
            <p:cNvPr id="100" name="TextBox 100"/>
            <p:cNvSpPr txBox="1"/>
            <p:nvPr/>
          </p:nvSpPr>
          <p:spPr bwMode="auto">
            <a:xfrm>
              <a:off x="0" y="-38100"/>
              <a:ext cx="2682240" cy="1379220"/>
            </a:xfrm>
            <a:prstGeom prst="rect">
              <a:avLst/>
            </a:prstGeom>
            <a:grpFill/>
          </p:spPr>
          <p:txBody>
            <a:bodyPr lIns="0" tIns="0" rIns="0" bIns="0" rtlCol="0" anchor="ctr"/>
            <a:lstStyle/>
            <a:p>
              <a:pPr algn="l">
                <a:lnSpc>
                  <a:spcPts val="2879"/>
                </a:lnSpc>
                <a:defRPr/>
              </a:pPr>
              <a:r>
                <a:rPr lang="en-US" sz="2400" b="1">
                  <a:solidFill>
                    <a:srgbClr val="1A2E4A"/>
                  </a:solidFill>
                  <a:latin typeface="Calibri (MS) Bold"/>
                  <a:ea typeface="Calibri (MS) Bold"/>
                  <a:cs typeface="Calibri (MS) Bold"/>
                </a:rPr>
                <a:t>Database: </a:t>
              </a:r>
              <a:endParaRPr/>
            </a:p>
          </p:txBody>
        </p:sp>
      </p:grpSp>
      <p:grpSp>
        <p:nvGrpSpPr>
          <p:cNvPr id="78951668" name="Group 101"/>
          <p:cNvGrpSpPr/>
          <p:nvPr/>
        </p:nvGrpSpPr>
        <p:grpSpPr bwMode="auto">
          <a:xfrm rot="0">
            <a:off x="2926080" y="7772400"/>
            <a:ext cx="5669280" cy="1005840"/>
            <a:chOff x="0" y="0"/>
            <a:chExt cx="7559040" cy="1341120"/>
          </a:xfrm>
        </p:grpSpPr>
        <p:sp>
          <p:nvSpPr>
            <p:cNvPr id="102" name="Freeform 102"/>
            <p:cNvSpPr/>
            <p:nvPr/>
          </p:nvSpPr>
          <p:spPr bwMode="auto">
            <a:xfrm rot="0" flipH="0" flipV="0">
              <a:off x="0" y="0"/>
              <a:ext cx="7559040" cy="1341120"/>
            </a:xfrm>
            <a:custGeom>
              <a:avLst/>
              <a:gdLst/>
              <a:ahLst/>
              <a:cxnLst/>
              <a:rect l="l" t="t" r="r" b="b"/>
              <a:pathLst>
                <a:path w="7559040" h="1341120" fill="norm" stroke="1" extrusionOk="0">
                  <a:moveTo>
                    <a:pt x="0" y="0"/>
                  </a:moveTo>
                  <a:lnTo>
                    <a:pt x="7559040" y="0"/>
                  </a:lnTo>
                  <a:lnTo>
                    <a:pt x="7559040" y="1341120"/>
                  </a:lnTo>
                  <a:lnTo>
                    <a:pt x="0" y="1341120"/>
                  </a:lnTo>
                  <a:close/>
                </a:path>
              </a:pathLst>
            </a:custGeom>
            <a:blipFill rotWithShape="1">
              <a:blip r:embed="rId3">
                <a:alphaModFix amt="0"/>
              </a:blip>
              <a:stretch>
                <a:fillRect l="0" t="-59824" r="0" b="-59824"/>
              </a:stretch>
            </a:blipFill>
          </p:spPr>
        </p:sp>
        <p:sp>
          <p:nvSpPr>
            <p:cNvPr id="103" name="TextBox 103"/>
            <p:cNvSpPr txBox="1"/>
            <p:nvPr/>
          </p:nvSpPr>
          <p:spPr bwMode="auto">
            <a:xfrm>
              <a:off x="0" y="-38100"/>
              <a:ext cx="7559040" cy="1379220"/>
            </a:xfrm>
            <a:prstGeom prst="rect">
              <a:avLst/>
            </a:prstGeom>
            <a:grpFill/>
          </p:spPr>
          <p:txBody>
            <a:bodyPr lIns="0" tIns="0" rIns="0" bIns="0" rtlCol="0" anchor="ctr"/>
            <a:lstStyle/>
            <a:p>
              <a:pPr algn="l">
                <a:lnSpc>
                  <a:spcPts val="2879"/>
                </a:lnSpc>
                <a:defRPr/>
              </a:pPr>
              <a:r>
                <a:rPr lang="en-US" sz="2400">
                  <a:solidFill>
                    <a:srgbClr val="64748B"/>
                  </a:solidFill>
                  <a:latin typeface="Calibri (MS)"/>
                  <a:ea typeface="Calibri (MS)"/>
                  <a:cs typeface="Calibri (MS)"/>
                </a:rPr>
                <a:t>MySQL / MongoDB</a:t>
              </a:r>
              <a:endParaRPr/>
            </a:p>
          </p:txBody>
        </p:sp>
      </p:grpSp>
      <p:grpSp>
        <p:nvGrpSpPr>
          <p:cNvPr id="139837305" name="Group 104"/>
          <p:cNvGrpSpPr/>
          <p:nvPr/>
        </p:nvGrpSpPr>
        <p:grpSpPr bwMode="auto">
          <a:xfrm rot="0">
            <a:off x="9497063" y="7759703"/>
            <a:ext cx="8072123" cy="1031243"/>
            <a:chOff x="0" y="0"/>
            <a:chExt cx="10762831" cy="1374991"/>
          </a:xfrm>
        </p:grpSpPr>
        <p:sp>
          <p:nvSpPr>
            <p:cNvPr id="105" name="Freeform 105"/>
            <p:cNvSpPr/>
            <p:nvPr/>
          </p:nvSpPr>
          <p:spPr bwMode="auto">
            <a:xfrm rot="0" flipH="0" flipV="0">
              <a:off x="16891" y="16891"/>
              <a:ext cx="10728960" cy="1341120"/>
            </a:xfrm>
            <a:custGeom>
              <a:avLst/>
              <a:gdLst/>
              <a:ahLst/>
              <a:cxnLst/>
              <a:rect l="l" t="t" r="r" b="b"/>
              <a:pathLst>
                <a:path w="10728960" h="1341120" fill="norm" stroke="1" extrusionOk="0">
                  <a:moveTo>
                    <a:pt x="0" y="0"/>
                  </a:moveTo>
                  <a:lnTo>
                    <a:pt x="10728960" y="0"/>
                  </a:lnTo>
                  <a:lnTo>
                    <a:pt x="10728960" y="1341120"/>
                  </a:lnTo>
                  <a:lnTo>
                    <a:pt x="0" y="1341120"/>
                  </a:lnTo>
                  <a:close/>
                </a:path>
              </a:pathLst>
            </a:custGeom>
            <a:solidFill>
              <a:srgbClr val="FFFFFF"/>
            </a:solidFill>
          </p:spPr>
        </p:sp>
        <p:sp>
          <p:nvSpPr>
            <p:cNvPr id="106" name="Freeform 106"/>
            <p:cNvSpPr/>
            <p:nvPr/>
          </p:nvSpPr>
          <p:spPr bwMode="auto">
            <a:xfrm rot="0" flipH="0" flipV="0">
              <a:off x="0" y="0"/>
              <a:ext cx="10762742" cy="1374902"/>
            </a:xfrm>
            <a:custGeom>
              <a:avLst/>
              <a:gdLst/>
              <a:ahLst/>
              <a:cxnLst/>
              <a:rect l="l" t="t" r="r" b="b"/>
              <a:pathLst>
                <a:path w="10762742" h="1374902" fill="norm" stroke="1" extrusionOk="0">
                  <a:moveTo>
                    <a:pt x="16891" y="0"/>
                  </a:moveTo>
                  <a:lnTo>
                    <a:pt x="10745851" y="0"/>
                  </a:lnTo>
                  <a:cubicBezTo>
                    <a:pt x="10755249" y="0"/>
                    <a:pt x="10762742" y="7620"/>
                    <a:pt x="10762742" y="16891"/>
                  </a:cubicBezTo>
                  <a:lnTo>
                    <a:pt x="10762742" y="1358011"/>
                  </a:lnTo>
                  <a:cubicBezTo>
                    <a:pt x="10762742" y="1367409"/>
                    <a:pt x="10755122" y="1374902"/>
                    <a:pt x="1074585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0745851" y="1341120"/>
                  </a:lnTo>
                  <a:lnTo>
                    <a:pt x="10745851" y="1358011"/>
                  </a:lnTo>
                  <a:lnTo>
                    <a:pt x="10728960" y="1358011"/>
                  </a:lnTo>
                  <a:lnTo>
                    <a:pt x="10728960" y="16891"/>
                  </a:lnTo>
                  <a:lnTo>
                    <a:pt x="10745851" y="16891"/>
                  </a:lnTo>
                  <a:lnTo>
                    <a:pt x="10745851" y="33909"/>
                  </a:lnTo>
                  <a:lnTo>
                    <a:pt x="16891" y="33909"/>
                  </a:lnTo>
                  <a:close/>
                </a:path>
              </a:pathLst>
            </a:custGeom>
            <a:solidFill>
              <a:srgbClr val="E2E8F0"/>
            </a:solidFill>
          </p:spPr>
        </p:sp>
      </p:grpSp>
      <p:grpSp>
        <p:nvGrpSpPr>
          <p:cNvPr id="1532686226" name="Group 107"/>
          <p:cNvGrpSpPr/>
          <p:nvPr/>
        </p:nvGrpSpPr>
        <p:grpSpPr bwMode="auto">
          <a:xfrm rot="0">
            <a:off x="9497063" y="7759703"/>
            <a:ext cx="171707" cy="1031243"/>
            <a:chOff x="0" y="0"/>
            <a:chExt cx="228943" cy="1374991"/>
          </a:xfrm>
        </p:grpSpPr>
        <p:sp>
          <p:nvSpPr>
            <p:cNvPr id="108" name="Freeform 108"/>
            <p:cNvSpPr/>
            <p:nvPr/>
          </p:nvSpPr>
          <p:spPr bwMode="auto">
            <a:xfrm rot="0" flipH="0" flipV="0">
              <a:off x="16891" y="16891"/>
              <a:ext cx="195072" cy="1341120"/>
            </a:xfrm>
            <a:custGeom>
              <a:avLst/>
              <a:gdLst/>
              <a:ahLst/>
              <a:cxnLst/>
              <a:rect l="l" t="t" r="r" b="b"/>
              <a:pathLst>
                <a:path w="195072" h="1341120" fill="norm" stroke="1" extrusionOk="0">
                  <a:moveTo>
                    <a:pt x="0" y="0"/>
                  </a:moveTo>
                  <a:lnTo>
                    <a:pt x="195072" y="0"/>
                  </a:lnTo>
                  <a:lnTo>
                    <a:pt x="195072" y="1341120"/>
                  </a:lnTo>
                  <a:lnTo>
                    <a:pt x="0" y="1341120"/>
                  </a:lnTo>
                  <a:close/>
                </a:path>
              </a:pathLst>
            </a:custGeom>
            <a:solidFill>
              <a:srgbClr val="0891B2"/>
            </a:solidFill>
          </p:spPr>
        </p:sp>
        <p:sp>
          <p:nvSpPr>
            <p:cNvPr id="109" name="Freeform 109"/>
            <p:cNvSpPr/>
            <p:nvPr/>
          </p:nvSpPr>
          <p:spPr bwMode="auto">
            <a:xfrm rot="0" flipH="0" flipV="0">
              <a:off x="0" y="0"/>
              <a:ext cx="228854" cy="1374902"/>
            </a:xfrm>
            <a:custGeom>
              <a:avLst/>
              <a:gdLst/>
              <a:ahLst/>
              <a:cxnLst/>
              <a:rect l="l" t="t" r="r" b="b"/>
              <a:pathLst>
                <a:path w="228854" h="1374902" fill="norm" stroke="1" extrusionOk="0">
                  <a:moveTo>
                    <a:pt x="16891" y="0"/>
                  </a:moveTo>
                  <a:lnTo>
                    <a:pt x="211963" y="0"/>
                  </a:lnTo>
                  <a:cubicBezTo>
                    <a:pt x="221361" y="0"/>
                    <a:pt x="228854" y="7620"/>
                    <a:pt x="228854" y="16891"/>
                  </a:cubicBezTo>
                  <a:lnTo>
                    <a:pt x="228854" y="1358011"/>
                  </a:lnTo>
                  <a:cubicBezTo>
                    <a:pt x="228854" y="1367409"/>
                    <a:pt x="221234" y="1374902"/>
                    <a:pt x="211963"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11963" y="1341120"/>
                  </a:lnTo>
                  <a:lnTo>
                    <a:pt x="211963" y="1358011"/>
                  </a:lnTo>
                  <a:lnTo>
                    <a:pt x="195072" y="1358011"/>
                  </a:lnTo>
                  <a:lnTo>
                    <a:pt x="195072" y="16891"/>
                  </a:lnTo>
                  <a:lnTo>
                    <a:pt x="211963" y="16891"/>
                  </a:lnTo>
                  <a:lnTo>
                    <a:pt x="211963" y="33909"/>
                  </a:lnTo>
                  <a:lnTo>
                    <a:pt x="16891" y="33909"/>
                  </a:lnTo>
                  <a:close/>
                </a:path>
              </a:pathLst>
            </a:custGeom>
            <a:solidFill>
              <a:srgbClr val="0891B2"/>
            </a:solidFill>
          </p:spPr>
        </p:sp>
      </p:grpSp>
      <p:grpSp>
        <p:nvGrpSpPr>
          <p:cNvPr id="1714829397" name="Group 110"/>
          <p:cNvGrpSpPr/>
          <p:nvPr/>
        </p:nvGrpSpPr>
        <p:grpSpPr bwMode="auto">
          <a:xfrm rot="0">
            <a:off x="9838943" y="7772400"/>
            <a:ext cx="2011680" cy="1005840"/>
            <a:chOff x="0" y="0"/>
            <a:chExt cx="2682240" cy="1341120"/>
          </a:xfrm>
        </p:grpSpPr>
        <p:sp>
          <p:nvSpPr>
            <p:cNvPr id="111" name="Freeform 111"/>
            <p:cNvSpPr/>
            <p:nvPr/>
          </p:nvSpPr>
          <p:spPr bwMode="auto">
            <a:xfrm rot="0" flipH="0" flipV="0">
              <a:off x="0" y="0"/>
              <a:ext cx="2682240" cy="1341120"/>
            </a:xfrm>
            <a:custGeom>
              <a:avLst/>
              <a:gdLst/>
              <a:ahLst/>
              <a:cxnLst/>
              <a:rect l="l" t="t" r="r" b="b"/>
              <a:pathLst>
                <a:path w="2682240" h="1341120" fill="norm" stroke="1" extrusionOk="0">
                  <a:moveTo>
                    <a:pt x="0" y="0"/>
                  </a:moveTo>
                  <a:lnTo>
                    <a:pt x="2682240" y="0"/>
                  </a:lnTo>
                  <a:lnTo>
                    <a:pt x="2682240" y="1341120"/>
                  </a:lnTo>
                  <a:lnTo>
                    <a:pt x="0" y="1341120"/>
                  </a:lnTo>
                  <a:close/>
                </a:path>
              </a:pathLst>
            </a:custGeom>
            <a:blipFill rotWithShape="1">
              <a:blip r:embed="rId3">
                <a:alphaModFix amt="0"/>
              </a:blip>
              <a:stretch>
                <a:fillRect l="-14151" t="0" r="-14150" b="0"/>
              </a:stretch>
            </a:blipFill>
          </p:spPr>
        </p:sp>
        <p:sp>
          <p:nvSpPr>
            <p:cNvPr id="112" name="TextBox 112"/>
            <p:cNvSpPr txBox="1"/>
            <p:nvPr/>
          </p:nvSpPr>
          <p:spPr bwMode="auto">
            <a:xfrm>
              <a:off x="0" y="-38100"/>
              <a:ext cx="2682240" cy="1379220"/>
            </a:xfrm>
            <a:prstGeom prst="rect">
              <a:avLst/>
            </a:prstGeom>
            <a:grpFill/>
          </p:spPr>
          <p:txBody>
            <a:bodyPr lIns="0" tIns="0" rIns="0" bIns="0" rtlCol="0" anchor="ctr"/>
            <a:lstStyle/>
            <a:p>
              <a:pPr algn="l">
                <a:lnSpc>
                  <a:spcPts val="2879"/>
                </a:lnSpc>
                <a:defRPr/>
              </a:pPr>
              <a:r>
                <a:rPr lang="en-US" sz="2400" b="1">
                  <a:solidFill>
                    <a:srgbClr val="1A2E4A"/>
                  </a:solidFill>
                  <a:latin typeface="Calibri (MS) Bold"/>
                  <a:ea typeface="Calibri (MS) Bold"/>
                  <a:cs typeface="Calibri (MS) Bold"/>
                </a:rPr>
                <a:t>Hosting: </a:t>
              </a:r>
              <a:endParaRPr/>
            </a:p>
          </p:txBody>
        </p:sp>
      </p:grpSp>
      <p:grpSp>
        <p:nvGrpSpPr>
          <p:cNvPr id="1058907777" name="Group 113"/>
          <p:cNvGrpSpPr/>
          <p:nvPr/>
        </p:nvGrpSpPr>
        <p:grpSpPr bwMode="auto">
          <a:xfrm rot="0">
            <a:off x="11704320" y="7772400"/>
            <a:ext cx="5669280" cy="1005840"/>
            <a:chOff x="0" y="0"/>
            <a:chExt cx="7559040" cy="1341120"/>
          </a:xfrm>
        </p:grpSpPr>
        <p:sp>
          <p:nvSpPr>
            <p:cNvPr id="114" name="Freeform 114"/>
            <p:cNvSpPr/>
            <p:nvPr/>
          </p:nvSpPr>
          <p:spPr bwMode="auto">
            <a:xfrm rot="0" flipH="0" flipV="0">
              <a:off x="0" y="0"/>
              <a:ext cx="7559040" cy="1341120"/>
            </a:xfrm>
            <a:custGeom>
              <a:avLst/>
              <a:gdLst/>
              <a:ahLst/>
              <a:cxnLst/>
              <a:rect l="l" t="t" r="r" b="b"/>
              <a:pathLst>
                <a:path w="7559040" h="1341120" fill="norm" stroke="1" extrusionOk="0">
                  <a:moveTo>
                    <a:pt x="0" y="0"/>
                  </a:moveTo>
                  <a:lnTo>
                    <a:pt x="7559040" y="0"/>
                  </a:lnTo>
                  <a:lnTo>
                    <a:pt x="7559040" y="1341120"/>
                  </a:lnTo>
                  <a:lnTo>
                    <a:pt x="0" y="1341120"/>
                  </a:lnTo>
                  <a:close/>
                </a:path>
              </a:pathLst>
            </a:custGeom>
            <a:blipFill rotWithShape="1">
              <a:blip r:embed="rId3">
                <a:alphaModFix amt="0"/>
              </a:blip>
              <a:stretch>
                <a:fillRect l="0" t="-59824" r="0" b="-59824"/>
              </a:stretch>
            </a:blipFill>
          </p:spPr>
        </p:sp>
        <p:sp>
          <p:nvSpPr>
            <p:cNvPr id="115" name="TextBox 115"/>
            <p:cNvSpPr txBox="1"/>
            <p:nvPr/>
          </p:nvSpPr>
          <p:spPr bwMode="auto">
            <a:xfrm>
              <a:off x="0" y="-38100"/>
              <a:ext cx="7559040" cy="1379220"/>
            </a:xfrm>
            <a:prstGeom prst="rect">
              <a:avLst/>
            </a:prstGeom>
            <a:grpFill/>
          </p:spPr>
          <p:txBody>
            <a:bodyPr lIns="0" tIns="0" rIns="0" bIns="0" rtlCol="0" anchor="ctr"/>
            <a:lstStyle/>
            <a:p>
              <a:pPr algn="l">
                <a:lnSpc>
                  <a:spcPts val="2879"/>
                </a:lnSpc>
                <a:defRPr/>
              </a:pPr>
              <a:r>
                <a:rPr lang="en-US" sz="2400">
                  <a:solidFill>
                    <a:srgbClr val="64748B"/>
                  </a:solidFill>
                  <a:latin typeface="Calibri (MS)"/>
                  <a:ea typeface="Calibri (MS)"/>
                  <a:cs typeface="Calibri (MS)"/>
                </a:rPr>
                <a:t>Localhost / Heroku / Vercel</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0F9FF"/>
        </a:solidFill>
      </p:bgPr>
    </p:bg>
    <p:spTree>
      <p:nvGrpSpPr>
        <p:cNvPr id="1" name=""/>
        <p:cNvGrpSpPr/>
        <p:nvPr/>
      </p:nvGrpSpPr>
      <p:grpSpPr bwMode="auto">
        <a:xfrm>
          <a:off x="0" y="0"/>
          <a:ext cx="0" cy="0"/>
          <a:chOff x="0" y="0"/>
          <a:chExt cx="0" cy="0"/>
        </a:xfrm>
      </p:grpSpPr>
      <p:grpSp>
        <p:nvGrpSpPr>
          <p:cNvPr id="1838630315" name="Group 2"/>
          <p:cNvGrpSpPr/>
          <p:nvPr/>
        </p:nvGrpSpPr>
        <p:grpSpPr bwMode="auto">
          <a:xfrm rot="0">
            <a:off x="-12697" y="-12697"/>
            <a:ext cx="18313403" cy="1397003"/>
            <a:chOff x="0" y="0"/>
            <a:chExt cx="24417871" cy="1862671"/>
          </a:xfrm>
        </p:grpSpPr>
        <p:sp>
          <p:nvSpPr>
            <p:cNvPr id="3" name="Freeform 3"/>
            <p:cNvSpPr/>
            <p:nvPr/>
          </p:nvSpPr>
          <p:spPr bwMode="auto">
            <a:xfrm rot="0" flipH="0" flipV="0">
              <a:off x="16891" y="16891"/>
              <a:ext cx="24383999" cy="1828800"/>
            </a:xfrm>
            <a:custGeom>
              <a:avLst/>
              <a:gdLst/>
              <a:ahLst/>
              <a:cxnLst/>
              <a:rect l="l" t="t" r="r" b="b"/>
              <a:pathLst>
                <a:path w="24383999" h="1828800" fill="norm" stroke="1" extrusionOk="0">
                  <a:moveTo>
                    <a:pt x="0" y="0"/>
                  </a:moveTo>
                  <a:lnTo>
                    <a:pt x="24383999" y="0"/>
                  </a:lnTo>
                  <a:lnTo>
                    <a:pt x="24383999" y="1828800"/>
                  </a:lnTo>
                  <a:lnTo>
                    <a:pt x="0" y="1828800"/>
                  </a:lnTo>
                  <a:close/>
                </a:path>
              </a:pathLst>
            </a:custGeom>
            <a:solidFill>
              <a:srgbClr val="1A2E4A"/>
            </a:solidFill>
          </p:spPr>
        </p:sp>
        <p:sp>
          <p:nvSpPr>
            <p:cNvPr id="4" name="Freeform 4"/>
            <p:cNvSpPr/>
            <p:nvPr/>
          </p:nvSpPr>
          <p:spPr bwMode="auto">
            <a:xfrm rot="0" flipH="0" flipV="0">
              <a:off x="0" y="0"/>
              <a:ext cx="24417782" cy="1862582"/>
            </a:xfrm>
            <a:custGeom>
              <a:avLst/>
              <a:gdLst/>
              <a:ahLst/>
              <a:cxnLst/>
              <a:rect l="l" t="t" r="r" b="b"/>
              <a:pathLst>
                <a:path w="24417782" h="1862582" fill="norm" stroke="1" extrusionOk="0">
                  <a:moveTo>
                    <a:pt x="16891" y="0"/>
                  </a:moveTo>
                  <a:lnTo>
                    <a:pt x="24400890" y="0"/>
                  </a:lnTo>
                  <a:cubicBezTo>
                    <a:pt x="24410290" y="0"/>
                    <a:pt x="24417782" y="7620"/>
                    <a:pt x="24417782" y="16891"/>
                  </a:cubicBezTo>
                  <a:lnTo>
                    <a:pt x="24417782" y="1845691"/>
                  </a:lnTo>
                  <a:cubicBezTo>
                    <a:pt x="24417782" y="1855089"/>
                    <a:pt x="24410163" y="1862582"/>
                    <a:pt x="24400890"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4400890" y="1828800"/>
                  </a:lnTo>
                  <a:lnTo>
                    <a:pt x="24400890" y="1845691"/>
                  </a:lnTo>
                  <a:lnTo>
                    <a:pt x="24384000" y="1845691"/>
                  </a:lnTo>
                  <a:lnTo>
                    <a:pt x="24384000" y="16891"/>
                  </a:lnTo>
                  <a:lnTo>
                    <a:pt x="24400890" y="16891"/>
                  </a:lnTo>
                  <a:lnTo>
                    <a:pt x="24400890" y="33909"/>
                  </a:lnTo>
                  <a:lnTo>
                    <a:pt x="16891" y="33909"/>
                  </a:lnTo>
                  <a:close/>
                </a:path>
              </a:pathLst>
            </a:custGeom>
            <a:solidFill>
              <a:srgbClr val="1A2E4A"/>
            </a:solidFill>
          </p:spPr>
        </p:sp>
      </p:grpSp>
      <p:grpSp>
        <p:nvGrpSpPr>
          <p:cNvPr id="1441794536" name="Group 5"/>
          <p:cNvGrpSpPr/>
          <p:nvPr/>
        </p:nvGrpSpPr>
        <p:grpSpPr bwMode="auto">
          <a:xfrm rot="0">
            <a:off x="731520" y="0"/>
            <a:ext cx="16824960" cy="1371600"/>
            <a:chOff x="0" y="0"/>
            <a:chExt cx="22433280" cy="1828800"/>
          </a:xfrm>
        </p:grpSpPr>
        <p:sp>
          <p:nvSpPr>
            <p:cNvPr id="6" name="Freeform 6"/>
            <p:cNvSpPr/>
            <p:nvPr/>
          </p:nvSpPr>
          <p:spPr bwMode="auto">
            <a:xfrm rot="0" flipH="0" flipV="0">
              <a:off x="0" y="0"/>
              <a:ext cx="22433280" cy="1828800"/>
            </a:xfrm>
            <a:custGeom>
              <a:avLst/>
              <a:gdLst/>
              <a:ahLst/>
              <a:cxnLst/>
              <a:rect l="l" t="t" r="r" b="b"/>
              <a:pathLst>
                <a:path w="22433280" h="1828800" fill="norm" stroke="1" extrusionOk="0">
                  <a:moveTo>
                    <a:pt x="0" y="0"/>
                  </a:moveTo>
                  <a:lnTo>
                    <a:pt x="22433280" y="0"/>
                  </a:lnTo>
                  <a:lnTo>
                    <a:pt x="22433280" y="1828800"/>
                  </a:lnTo>
                  <a:lnTo>
                    <a:pt x="0" y="1828800"/>
                  </a:lnTo>
                  <a:close/>
                </a:path>
              </a:pathLst>
            </a:custGeom>
            <a:blipFill rotWithShape="1">
              <a:blip r:embed="rId3">
                <a:alphaModFix amt="0"/>
              </a:blip>
              <a:stretch>
                <a:fillRect l="0" t="-189016" r="0" b="-189015"/>
              </a:stretch>
            </a:blipFill>
          </p:spPr>
        </p:sp>
        <p:sp>
          <p:nvSpPr>
            <p:cNvPr id="7" name="TextBox 7"/>
            <p:cNvSpPr txBox="1"/>
            <p:nvPr/>
          </p:nvSpPr>
          <p:spPr bwMode="auto">
            <a:xfrm>
              <a:off x="0" y="-76200"/>
              <a:ext cx="22433280" cy="1905000"/>
            </a:xfrm>
            <a:prstGeom prst="rect">
              <a:avLst/>
            </a:prstGeom>
            <a:grpFill/>
          </p:spPr>
          <p:txBody>
            <a:bodyPr lIns="0" tIns="0" rIns="0" bIns="0" rtlCol="0" anchor="ctr"/>
            <a:lstStyle/>
            <a:p>
              <a:pPr algn="l">
                <a:lnSpc>
                  <a:spcPts val="5280"/>
                </a:lnSpc>
                <a:defRPr/>
              </a:pPr>
              <a:r>
                <a:rPr lang="en-US" sz="4400" b="1">
                  <a:solidFill>
                    <a:srgbClr val="FFFFFF"/>
                  </a:solidFill>
                  <a:latin typeface="Calibri (MS) Bold"/>
                  <a:ea typeface="Calibri (MS) Bold"/>
                  <a:cs typeface="Calibri (MS) Bold"/>
                </a:rPr>
                <a:t>06  Design &amp; Implementation</a:t>
              </a:r>
              <a:endParaRPr/>
            </a:p>
          </p:txBody>
        </p:sp>
      </p:grpSp>
      <p:grpSp>
        <p:nvGrpSpPr>
          <p:cNvPr id="253739957" name="Group 8"/>
          <p:cNvGrpSpPr/>
          <p:nvPr/>
        </p:nvGrpSpPr>
        <p:grpSpPr bwMode="auto">
          <a:xfrm rot="0">
            <a:off x="731520" y="1645920"/>
            <a:ext cx="8229600" cy="731520"/>
            <a:chOff x="0" y="0"/>
            <a:chExt cx="10972800" cy="975360"/>
          </a:xfrm>
        </p:grpSpPr>
        <p:sp>
          <p:nvSpPr>
            <p:cNvPr id="9" name="Freeform 9"/>
            <p:cNvSpPr/>
            <p:nvPr/>
          </p:nvSpPr>
          <p:spPr bwMode="auto">
            <a:xfrm rot="0" flipH="0" flipV="0">
              <a:off x="0" y="0"/>
              <a:ext cx="10972800" cy="975360"/>
            </a:xfrm>
            <a:custGeom>
              <a:avLst/>
              <a:gdLst/>
              <a:ahLst/>
              <a:cxnLst/>
              <a:rect l="l" t="t" r="r" b="b"/>
              <a:pathLst>
                <a:path w="10972800" h="975360" fill="norm" stroke="1" extrusionOk="0">
                  <a:moveTo>
                    <a:pt x="0" y="0"/>
                  </a:moveTo>
                  <a:lnTo>
                    <a:pt x="10972800" y="0"/>
                  </a:lnTo>
                  <a:lnTo>
                    <a:pt x="10972800" y="975360"/>
                  </a:lnTo>
                  <a:lnTo>
                    <a:pt x="0" y="975360"/>
                  </a:lnTo>
                  <a:close/>
                </a:path>
              </a:pathLst>
            </a:custGeom>
            <a:blipFill rotWithShape="1">
              <a:blip r:embed="rId3">
                <a:alphaModFix amt="0"/>
              </a:blip>
              <a:stretch>
                <a:fillRect l="0" t="-169206" r="0" b="-169206"/>
              </a:stretch>
            </a:blipFill>
          </p:spPr>
        </p:sp>
        <p:sp>
          <p:nvSpPr>
            <p:cNvPr id="10" name="TextBox 10"/>
            <p:cNvSpPr txBox="1"/>
            <p:nvPr/>
          </p:nvSpPr>
          <p:spPr bwMode="auto">
            <a:xfrm>
              <a:off x="0" y="-47625"/>
              <a:ext cx="10972800" cy="1022985"/>
            </a:xfrm>
            <a:prstGeom prst="rect">
              <a:avLst/>
            </a:prstGeom>
            <a:grpFill/>
          </p:spPr>
          <p:txBody>
            <a:bodyPr lIns="0" tIns="0" rIns="0" bIns="0" rtlCol="0" anchor="ctr"/>
            <a:lstStyle/>
            <a:p>
              <a:pPr algn="l">
                <a:lnSpc>
                  <a:spcPts val="3359"/>
                </a:lnSpc>
                <a:defRPr/>
              </a:pPr>
              <a:r>
                <a:rPr lang="en-US" sz="2800" b="1">
                  <a:solidFill>
                    <a:srgbClr val="1A2E4A"/>
                  </a:solidFill>
                  <a:latin typeface="Calibri (MS) Bold"/>
                  <a:ea typeface="Calibri (MS) Bold"/>
                  <a:cs typeface="Calibri (MS) Bold"/>
                </a:rPr>
                <a:t>Key Modules</a:t>
              </a:r>
              <a:endParaRPr/>
            </a:p>
          </p:txBody>
        </p:sp>
      </p:grpSp>
      <p:grpSp>
        <p:nvGrpSpPr>
          <p:cNvPr id="146354574" name="Group 11"/>
          <p:cNvGrpSpPr/>
          <p:nvPr/>
        </p:nvGrpSpPr>
        <p:grpSpPr bwMode="auto">
          <a:xfrm rot="0">
            <a:off x="542287" y="2517391"/>
            <a:ext cx="8059417" cy="1256281"/>
            <a:chOff x="0" y="0"/>
            <a:chExt cx="10745889" cy="1675041"/>
          </a:xfrm>
        </p:grpSpPr>
        <p:sp>
          <p:nvSpPr>
            <p:cNvPr id="12" name="Freeform 12"/>
            <p:cNvSpPr/>
            <p:nvPr/>
          </p:nvSpPr>
          <p:spPr bwMode="auto">
            <a:xfrm rot="0" flipH="0" flipV="0">
              <a:off x="8509" y="8509"/>
              <a:ext cx="10728960" cy="1658112"/>
            </a:xfrm>
            <a:custGeom>
              <a:avLst/>
              <a:gdLst/>
              <a:ahLst/>
              <a:cxnLst/>
              <a:rect l="l" t="t" r="r" b="b"/>
              <a:pathLst>
                <a:path w="10728960" h="1658112" fill="norm" stroke="1" extrusionOk="0">
                  <a:moveTo>
                    <a:pt x="0" y="0"/>
                  </a:moveTo>
                  <a:lnTo>
                    <a:pt x="10728960" y="0"/>
                  </a:lnTo>
                  <a:lnTo>
                    <a:pt x="10728960" y="1658112"/>
                  </a:lnTo>
                  <a:lnTo>
                    <a:pt x="0" y="1658112"/>
                  </a:lnTo>
                  <a:close/>
                </a:path>
              </a:pathLst>
            </a:custGeom>
            <a:solidFill>
              <a:srgbClr val="FFFFFF"/>
            </a:solidFill>
          </p:spPr>
        </p:sp>
        <p:sp>
          <p:nvSpPr>
            <p:cNvPr id="13" name="Freeform 13"/>
            <p:cNvSpPr/>
            <p:nvPr/>
          </p:nvSpPr>
          <p:spPr bwMode="auto">
            <a:xfrm rot="0" flipH="0" flipV="0">
              <a:off x="0" y="0"/>
              <a:ext cx="10745978" cy="1675130"/>
            </a:xfrm>
            <a:custGeom>
              <a:avLst/>
              <a:gdLst/>
              <a:ahLst/>
              <a:cxnLst/>
              <a:rect l="l" t="t" r="r" b="b"/>
              <a:pathLst>
                <a:path w="10745978" h="1675130" fill="norm" stroke="1" extrusionOk="0">
                  <a:moveTo>
                    <a:pt x="8509" y="0"/>
                  </a:moveTo>
                  <a:lnTo>
                    <a:pt x="10737469" y="0"/>
                  </a:lnTo>
                  <a:cubicBezTo>
                    <a:pt x="10742168" y="0"/>
                    <a:pt x="10745978" y="3810"/>
                    <a:pt x="10745978" y="8509"/>
                  </a:cubicBezTo>
                  <a:lnTo>
                    <a:pt x="10745978" y="1666621"/>
                  </a:lnTo>
                  <a:cubicBezTo>
                    <a:pt x="10745978" y="1671320"/>
                    <a:pt x="10742168" y="1675130"/>
                    <a:pt x="10737469" y="1675130"/>
                  </a:cubicBezTo>
                  <a:lnTo>
                    <a:pt x="8509" y="1675130"/>
                  </a:lnTo>
                  <a:cubicBezTo>
                    <a:pt x="3810" y="1675130"/>
                    <a:pt x="0" y="1671320"/>
                    <a:pt x="0" y="1666621"/>
                  </a:cubicBezTo>
                  <a:lnTo>
                    <a:pt x="0" y="8509"/>
                  </a:lnTo>
                  <a:cubicBezTo>
                    <a:pt x="0" y="3810"/>
                    <a:pt x="3810" y="0"/>
                    <a:pt x="8509" y="0"/>
                  </a:cubicBezTo>
                  <a:moveTo>
                    <a:pt x="8509" y="16891"/>
                  </a:moveTo>
                  <a:lnTo>
                    <a:pt x="8509" y="8509"/>
                  </a:lnTo>
                  <a:lnTo>
                    <a:pt x="17018" y="8509"/>
                  </a:lnTo>
                  <a:lnTo>
                    <a:pt x="17018" y="1666621"/>
                  </a:lnTo>
                  <a:lnTo>
                    <a:pt x="8509" y="1666621"/>
                  </a:lnTo>
                  <a:lnTo>
                    <a:pt x="8509" y="1658112"/>
                  </a:lnTo>
                  <a:lnTo>
                    <a:pt x="10737469" y="1658112"/>
                  </a:lnTo>
                  <a:lnTo>
                    <a:pt x="10737469" y="1666621"/>
                  </a:lnTo>
                  <a:lnTo>
                    <a:pt x="10728960" y="1666621"/>
                  </a:lnTo>
                  <a:lnTo>
                    <a:pt x="10728960" y="8509"/>
                  </a:lnTo>
                  <a:lnTo>
                    <a:pt x="10737469" y="8509"/>
                  </a:lnTo>
                  <a:lnTo>
                    <a:pt x="10737469" y="17018"/>
                  </a:lnTo>
                  <a:lnTo>
                    <a:pt x="8509" y="17018"/>
                  </a:lnTo>
                  <a:close/>
                </a:path>
              </a:pathLst>
            </a:custGeom>
            <a:solidFill>
              <a:srgbClr val="E2E8F0"/>
            </a:solidFill>
          </p:spPr>
        </p:sp>
      </p:grpSp>
      <p:grpSp>
        <p:nvGrpSpPr>
          <p:cNvPr id="1168886547" name="Group 14"/>
          <p:cNvGrpSpPr/>
          <p:nvPr/>
        </p:nvGrpSpPr>
        <p:grpSpPr bwMode="auto">
          <a:xfrm rot="0">
            <a:off x="640080" y="2523744"/>
            <a:ext cx="1005840" cy="1243584"/>
            <a:chOff x="0" y="0"/>
            <a:chExt cx="1341120" cy="1658112"/>
          </a:xfrm>
        </p:grpSpPr>
        <p:sp>
          <p:nvSpPr>
            <p:cNvPr id="15" name="Freeform 15"/>
            <p:cNvSpPr/>
            <p:nvPr/>
          </p:nvSpPr>
          <p:spPr bwMode="auto">
            <a:xfrm rot="0" flipH="0" flipV="0">
              <a:off x="0" y="0"/>
              <a:ext cx="1341120" cy="1658112"/>
            </a:xfrm>
            <a:custGeom>
              <a:avLst/>
              <a:gdLst/>
              <a:ahLst/>
              <a:cxnLst/>
              <a:rect l="l" t="t" r="r" b="b"/>
              <a:pathLst>
                <a:path w="1341120" h="1658112" fill="norm" stroke="1" extrusionOk="0">
                  <a:moveTo>
                    <a:pt x="0" y="0"/>
                  </a:moveTo>
                  <a:lnTo>
                    <a:pt x="1341120" y="0"/>
                  </a:lnTo>
                  <a:lnTo>
                    <a:pt x="1341120" y="1658112"/>
                  </a:lnTo>
                  <a:lnTo>
                    <a:pt x="0" y="1658112"/>
                  </a:lnTo>
                  <a:close/>
                </a:path>
              </a:pathLst>
            </a:custGeom>
            <a:blipFill rotWithShape="1">
              <a:blip r:embed="rId3">
                <a:alphaModFix amt="0"/>
              </a:blip>
              <a:stretch>
                <a:fillRect l="-108629" t="0" r="-108629" b="0"/>
              </a:stretch>
            </a:blipFill>
          </p:spPr>
        </p:sp>
        <p:sp>
          <p:nvSpPr>
            <p:cNvPr id="16" name="TextBox 16"/>
            <p:cNvSpPr txBox="1"/>
            <p:nvPr/>
          </p:nvSpPr>
          <p:spPr bwMode="auto">
            <a:xfrm>
              <a:off x="0" y="-57150"/>
              <a:ext cx="1341120" cy="1715262"/>
            </a:xfrm>
            <a:prstGeom prst="rect">
              <a:avLst/>
            </a:prstGeom>
            <a:grpFill/>
          </p:spPr>
          <p:txBody>
            <a:bodyPr lIns="0" tIns="0" rIns="0" bIns="0" rtlCol="0" anchor="ctr"/>
            <a:lstStyle/>
            <a:p>
              <a:pPr algn="ctr">
                <a:lnSpc>
                  <a:spcPts val="3840"/>
                </a:lnSpc>
                <a:defRPr/>
              </a:pPr>
              <a:r>
                <a:rPr lang="en-US" sz="3200">
                  <a:solidFill>
                    <a:srgbClr val="000000"/>
                  </a:solidFill>
                  <a:latin typeface="Calibri (MS)"/>
                  <a:ea typeface="Calibri (MS)"/>
                  <a:cs typeface="Calibri (MS)"/>
                </a:rPr>
                <a:t>🔐</a:t>
              </a:r>
              <a:endParaRPr/>
            </a:p>
          </p:txBody>
        </p:sp>
      </p:grpSp>
      <p:grpSp>
        <p:nvGrpSpPr>
          <p:cNvPr id="869297458" name="Group 17"/>
          <p:cNvGrpSpPr/>
          <p:nvPr/>
        </p:nvGrpSpPr>
        <p:grpSpPr bwMode="auto">
          <a:xfrm rot="0">
            <a:off x="1682496" y="2596896"/>
            <a:ext cx="6766560" cy="548640"/>
            <a:chOff x="0" y="0"/>
            <a:chExt cx="9022080" cy="731520"/>
          </a:xfrm>
        </p:grpSpPr>
        <p:sp>
          <p:nvSpPr>
            <p:cNvPr id="18" name="Freeform 18"/>
            <p:cNvSpPr/>
            <p:nvPr/>
          </p:nvSpPr>
          <p:spPr bwMode="auto">
            <a:xfrm rot="0" flipH="0" flipV="0">
              <a:off x="0" y="0"/>
              <a:ext cx="9022080" cy="731520"/>
            </a:xfrm>
            <a:custGeom>
              <a:avLst/>
              <a:gdLst/>
              <a:ahLst/>
              <a:cxnLst/>
              <a:rect l="l" t="t" r="r" b="b"/>
              <a:pathLst>
                <a:path w="9022080" h="731520" fill="norm" stroke="1" extrusionOk="0">
                  <a:moveTo>
                    <a:pt x="0" y="0"/>
                  </a:moveTo>
                  <a:lnTo>
                    <a:pt x="9022080" y="0"/>
                  </a:lnTo>
                  <a:lnTo>
                    <a:pt x="9022080" y="731520"/>
                  </a:lnTo>
                  <a:lnTo>
                    <a:pt x="0" y="731520"/>
                  </a:lnTo>
                  <a:close/>
                </a:path>
              </a:pathLst>
            </a:custGeom>
            <a:blipFill rotWithShape="1">
              <a:blip r:embed="rId3">
                <a:alphaModFix amt="0"/>
              </a:blip>
              <a:stretch>
                <a:fillRect l="0" t="-190315" r="0" b="-190315"/>
              </a:stretch>
            </a:blipFill>
          </p:spPr>
        </p:sp>
        <p:sp>
          <p:nvSpPr>
            <p:cNvPr id="19" name="TextBox 19"/>
            <p:cNvSpPr txBox="1"/>
            <p:nvPr/>
          </p:nvSpPr>
          <p:spPr bwMode="auto">
            <a:xfrm>
              <a:off x="0" y="-38100"/>
              <a:ext cx="9022080" cy="769620"/>
            </a:xfrm>
            <a:prstGeom prst="rect">
              <a:avLst/>
            </a:prstGeom>
            <a:grpFill/>
          </p:spPr>
          <p:txBody>
            <a:bodyPr lIns="0" tIns="0" rIns="0" bIns="0" rtlCol="0" anchor="ctr"/>
            <a:lstStyle/>
            <a:p>
              <a:pPr algn="l">
                <a:lnSpc>
                  <a:spcPts val="2879"/>
                </a:lnSpc>
                <a:defRPr/>
              </a:pPr>
              <a:r>
                <a:rPr lang="en-US" sz="2400" b="1">
                  <a:solidFill>
                    <a:srgbClr val="0F172A"/>
                  </a:solidFill>
                  <a:latin typeface="Calibri (MS) Bold"/>
                  <a:ea typeface="Calibri (MS) Bold"/>
                  <a:cs typeface="Calibri (MS) Bold"/>
                </a:rPr>
                <a:t>User Authentication</a:t>
              </a:r>
              <a:endParaRPr/>
            </a:p>
          </p:txBody>
        </p:sp>
      </p:grpSp>
      <p:grpSp>
        <p:nvGrpSpPr>
          <p:cNvPr id="936323180" name="Group 20"/>
          <p:cNvGrpSpPr/>
          <p:nvPr/>
        </p:nvGrpSpPr>
        <p:grpSpPr bwMode="auto">
          <a:xfrm rot="0">
            <a:off x="1682496" y="3127248"/>
            <a:ext cx="6766560" cy="548640"/>
            <a:chOff x="0" y="0"/>
            <a:chExt cx="9022080" cy="731520"/>
          </a:xfrm>
        </p:grpSpPr>
        <p:sp>
          <p:nvSpPr>
            <p:cNvPr id="21" name="Freeform 21"/>
            <p:cNvSpPr/>
            <p:nvPr/>
          </p:nvSpPr>
          <p:spPr bwMode="auto">
            <a:xfrm rot="0" flipH="0" flipV="0">
              <a:off x="0" y="0"/>
              <a:ext cx="9022080" cy="731520"/>
            </a:xfrm>
            <a:custGeom>
              <a:avLst/>
              <a:gdLst/>
              <a:ahLst/>
              <a:cxnLst/>
              <a:rect l="l" t="t" r="r" b="b"/>
              <a:pathLst>
                <a:path w="9022080" h="731520" fill="norm" stroke="1" extrusionOk="0">
                  <a:moveTo>
                    <a:pt x="0" y="0"/>
                  </a:moveTo>
                  <a:lnTo>
                    <a:pt x="9022080" y="0"/>
                  </a:lnTo>
                  <a:lnTo>
                    <a:pt x="9022080" y="731520"/>
                  </a:lnTo>
                  <a:lnTo>
                    <a:pt x="0" y="731520"/>
                  </a:lnTo>
                  <a:close/>
                </a:path>
              </a:pathLst>
            </a:custGeom>
            <a:blipFill rotWithShape="1">
              <a:blip r:embed="rId3">
                <a:alphaModFix amt="0"/>
              </a:blip>
              <a:stretch>
                <a:fillRect l="0" t="-190315" r="0" b="-190315"/>
              </a:stretch>
            </a:blipFill>
          </p:spPr>
        </p:sp>
        <p:sp>
          <p:nvSpPr>
            <p:cNvPr id="22" name="TextBox 22"/>
            <p:cNvSpPr txBox="1"/>
            <p:nvPr/>
          </p:nvSpPr>
          <p:spPr bwMode="auto">
            <a:xfrm>
              <a:off x="0" y="-38100"/>
              <a:ext cx="9022080" cy="769620"/>
            </a:xfrm>
            <a:prstGeom prst="rect">
              <a:avLst/>
            </a:prstGeom>
            <a:grpFill/>
          </p:spPr>
          <p:txBody>
            <a:bodyPr lIns="0" tIns="0" rIns="0" bIns="0" rtlCol="0" anchor="ctr"/>
            <a:lstStyle/>
            <a:p>
              <a:pPr algn="l">
                <a:lnSpc>
                  <a:spcPts val="2400"/>
                </a:lnSpc>
                <a:defRPr/>
              </a:pPr>
              <a:r>
                <a:rPr lang="en-US" sz="2000">
                  <a:solidFill>
                    <a:srgbClr val="64748B"/>
                  </a:solidFill>
                  <a:latin typeface="Calibri (MS)"/>
                  <a:ea typeface="Calibri (MS)"/>
                  <a:cs typeface="Calibri (MS)"/>
                </a:rPr>
                <a:t>Register, Login, Role-based access</a:t>
              </a:r>
              <a:endParaRPr/>
            </a:p>
          </p:txBody>
        </p:sp>
      </p:grpSp>
      <p:grpSp>
        <p:nvGrpSpPr>
          <p:cNvPr id="153364569" name="Group 23"/>
          <p:cNvGrpSpPr/>
          <p:nvPr/>
        </p:nvGrpSpPr>
        <p:grpSpPr bwMode="auto">
          <a:xfrm rot="0">
            <a:off x="542287" y="3925567"/>
            <a:ext cx="8059417" cy="1256281"/>
            <a:chOff x="0" y="0"/>
            <a:chExt cx="10745889" cy="1675041"/>
          </a:xfrm>
        </p:grpSpPr>
        <p:sp>
          <p:nvSpPr>
            <p:cNvPr id="24" name="Freeform 24"/>
            <p:cNvSpPr/>
            <p:nvPr/>
          </p:nvSpPr>
          <p:spPr bwMode="auto">
            <a:xfrm rot="0" flipH="0" flipV="0">
              <a:off x="8509" y="8509"/>
              <a:ext cx="10728960" cy="1658112"/>
            </a:xfrm>
            <a:custGeom>
              <a:avLst/>
              <a:gdLst/>
              <a:ahLst/>
              <a:cxnLst/>
              <a:rect l="l" t="t" r="r" b="b"/>
              <a:pathLst>
                <a:path w="10728960" h="1658112" fill="norm" stroke="1" extrusionOk="0">
                  <a:moveTo>
                    <a:pt x="0" y="0"/>
                  </a:moveTo>
                  <a:lnTo>
                    <a:pt x="10728960" y="0"/>
                  </a:lnTo>
                  <a:lnTo>
                    <a:pt x="10728960" y="1658112"/>
                  </a:lnTo>
                  <a:lnTo>
                    <a:pt x="0" y="1658112"/>
                  </a:lnTo>
                  <a:close/>
                </a:path>
              </a:pathLst>
            </a:custGeom>
            <a:solidFill>
              <a:srgbClr val="FFFFFF"/>
            </a:solidFill>
          </p:spPr>
        </p:sp>
        <p:sp>
          <p:nvSpPr>
            <p:cNvPr id="25" name="Freeform 25"/>
            <p:cNvSpPr/>
            <p:nvPr/>
          </p:nvSpPr>
          <p:spPr bwMode="auto">
            <a:xfrm rot="0" flipH="0" flipV="0">
              <a:off x="0" y="0"/>
              <a:ext cx="10745978" cy="1675130"/>
            </a:xfrm>
            <a:custGeom>
              <a:avLst/>
              <a:gdLst/>
              <a:ahLst/>
              <a:cxnLst/>
              <a:rect l="l" t="t" r="r" b="b"/>
              <a:pathLst>
                <a:path w="10745978" h="1675130" fill="norm" stroke="1" extrusionOk="0">
                  <a:moveTo>
                    <a:pt x="8509" y="0"/>
                  </a:moveTo>
                  <a:lnTo>
                    <a:pt x="10737469" y="0"/>
                  </a:lnTo>
                  <a:cubicBezTo>
                    <a:pt x="10742168" y="0"/>
                    <a:pt x="10745978" y="3810"/>
                    <a:pt x="10745978" y="8509"/>
                  </a:cubicBezTo>
                  <a:lnTo>
                    <a:pt x="10745978" y="1666621"/>
                  </a:lnTo>
                  <a:cubicBezTo>
                    <a:pt x="10745978" y="1671320"/>
                    <a:pt x="10742168" y="1675130"/>
                    <a:pt x="10737469" y="1675130"/>
                  </a:cubicBezTo>
                  <a:lnTo>
                    <a:pt x="8509" y="1675130"/>
                  </a:lnTo>
                  <a:cubicBezTo>
                    <a:pt x="3810" y="1675130"/>
                    <a:pt x="0" y="1671320"/>
                    <a:pt x="0" y="1666621"/>
                  </a:cubicBezTo>
                  <a:lnTo>
                    <a:pt x="0" y="8509"/>
                  </a:lnTo>
                  <a:cubicBezTo>
                    <a:pt x="0" y="3810"/>
                    <a:pt x="3810" y="0"/>
                    <a:pt x="8509" y="0"/>
                  </a:cubicBezTo>
                  <a:moveTo>
                    <a:pt x="8509" y="16891"/>
                  </a:moveTo>
                  <a:lnTo>
                    <a:pt x="8509" y="8509"/>
                  </a:lnTo>
                  <a:lnTo>
                    <a:pt x="17018" y="8509"/>
                  </a:lnTo>
                  <a:lnTo>
                    <a:pt x="17018" y="1666621"/>
                  </a:lnTo>
                  <a:lnTo>
                    <a:pt x="8509" y="1666621"/>
                  </a:lnTo>
                  <a:lnTo>
                    <a:pt x="8509" y="1658112"/>
                  </a:lnTo>
                  <a:lnTo>
                    <a:pt x="10737469" y="1658112"/>
                  </a:lnTo>
                  <a:lnTo>
                    <a:pt x="10737469" y="1666621"/>
                  </a:lnTo>
                  <a:lnTo>
                    <a:pt x="10728960" y="1666621"/>
                  </a:lnTo>
                  <a:lnTo>
                    <a:pt x="10728960" y="8509"/>
                  </a:lnTo>
                  <a:lnTo>
                    <a:pt x="10737469" y="8509"/>
                  </a:lnTo>
                  <a:lnTo>
                    <a:pt x="10737469" y="17018"/>
                  </a:lnTo>
                  <a:lnTo>
                    <a:pt x="8509" y="17018"/>
                  </a:lnTo>
                  <a:close/>
                </a:path>
              </a:pathLst>
            </a:custGeom>
            <a:solidFill>
              <a:srgbClr val="E2E8F0"/>
            </a:solidFill>
          </p:spPr>
        </p:sp>
      </p:grpSp>
      <p:grpSp>
        <p:nvGrpSpPr>
          <p:cNvPr id="354659099" name="Group 26"/>
          <p:cNvGrpSpPr/>
          <p:nvPr/>
        </p:nvGrpSpPr>
        <p:grpSpPr bwMode="auto">
          <a:xfrm rot="0">
            <a:off x="640080" y="3931920"/>
            <a:ext cx="1005840" cy="1243584"/>
            <a:chOff x="0" y="0"/>
            <a:chExt cx="1341120" cy="1658112"/>
          </a:xfrm>
        </p:grpSpPr>
        <p:sp>
          <p:nvSpPr>
            <p:cNvPr id="27" name="Freeform 27"/>
            <p:cNvSpPr/>
            <p:nvPr/>
          </p:nvSpPr>
          <p:spPr bwMode="auto">
            <a:xfrm rot="0" flipH="0" flipV="0">
              <a:off x="0" y="0"/>
              <a:ext cx="1341120" cy="1658112"/>
            </a:xfrm>
            <a:custGeom>
              <a:avLst/>
              <a:gdLst/>
              <a:ahLst/>
              <a:cxnLst/>
              <a:rect l="l" t="t" r="r" b="b"/>
              <a:pathLst>
                <a:path w="1341120" h="1658112" fill="norm" stroke="1" extrusionOk="0">
                  <a:moveTo>
                    <a:pt x="0" y="0"/>
                  </a:moveTo>
                  <a:lnTo>
                    <a:pt x="1341120" y="0"/>
                  </a:lnTo>
                  <a:lnTo>
                    <a:pt x="1341120" y="1658112"/>
                  </a:lnTo>
                  <a:lnTo>
                    <a:pt x="0" y="1658112"/>
                  </a:lnTo>
                  <a:close/>
                </a:path>
              </a:pathLst>
            </a:custGeom>
            <a:blipFill rotWithShape="1">
              <a:blip r:embed="rId3">
                <a:alphaModFix amt="0"/>
              </a:blip>
              <a:stretch>
                <a:fillRect l="-108629" t="0" r="-108629" b="0"/>
              </a:stretch>
            </a:blipFill>
          </p:spPr>
        </p:sp>
        <p:sp>
          <p:nvSpPr>
            <p:cNvPr id="28" name="TextBox 28"/>
            <p:cNvSpPr txBox="1"/>
            <p:nvPr/>
          </p:nvSpPr>
          <p:spPr bwMode="auto">
            <a:xfrm>
              <a:off x="0" y="-57150"/>
              <a:ext cx="1341120" cy="1715262"/>
            </a:xfrm>
            <a:prstGeom prst="rect">
              <a:avLst/>
            </a:prstGeom>
            <a:grpFill/>
          </p:spPr>
          <p:txBody>
            <a:bodyPr lIns="0" tIns="0" rIns="0" bIns="0" rtlCol="0" anchor="ctr"/>
            <a:lstStyle/>
            <a:p>
              <a:pPr algn="ctr">
                <a:lnSpc>
                  <a:spcPts val="3840"/>
                </a:lnSpc>
                <a:defRPr/>
              </a:pPr>
              <a:r>
                <a:rPr lang="en-US" sz="3200">
                  <a:solidFill>
                    <a:srgbClr val="000000"/>
                  </a:solidFill>
                  <a:latin typeface="Calibri (MS)"/>
                  <a:ea typeface="Calibri (MS)"/>
                  <a:cs typeface="Calibri (MS)"/>
                </a:rPr>
                <a:t>📝</a:t>
              </a:r>
              <a:endParaRPr/>
            </a:p>
          </p:txBody>
        </p:sp>
      </p:grpSp>
      <p:grpSp>
        <p:nvGrpSpPr>
          <p:cNvPr id="303159168" name="Group 29"/>
          <p:cNvGrpSpPr/>
          <p:nvPr/>
        </p:nvGrpSpPr>
        <p:grpSpPr bwMode="auto">
          <a:xfrm rot="0">
            <a:off x="1682496" y="4005072"/>
            <a:ext cx="6766560" cy="548640"/>
            <a:chOff x="0" y="0"/>
            <a:chExt cx="9022080" cy="731520"/>
          </a:xfrm>
        </p:grpSpPr>
        <p:sp>
          <p:nvSpPr>
            <p:cNvPr id="30" name="Freeform 30"/>
            <p:cNvSpPr/>
            <p:nvPr/>
          </p:nvSpPr>
          <p:spPr bwMode="auto">
            <a:xfrm rot="0" flipH="0" flipV="0">
              <a:off x="0" y="0"/>
              <a:ext cx="9022080" cy="731520"/>
            </a:xfrm>
            <a:custGeom>
              <a:avLst/>
              <a:gdLst/>
              <a:ahLst/>
              <a:cxnLst/>
              <a:rect l="l" t="t" r="r" b="b"/>
              <a:pathLst>
                <a:path w="9022080" h="731520" fill="norm" stroke="1" extrusionOk="0">
                  <a:moveTo>
                    <a:pt x="0" y="0"/>
                  </a:moveTo>
                  <a:lnTo>
                    <a:pt x="9022080" y="0"/>
                  </a:lnTo>
                  <a:lnTo>
                    <a:pt x="9022080" y="731520"/>
                  </a:lnTo>
                  <a:lnTo>
                    <a:pt x="0" y="731520"/>
                  </a:lnTo>
                  <a:close/>
                </a:path>
              </a:pathLst>
            </a:custGeom>
            <a:blipFill rotWithShape="1">
              <a:blip r:embed="rId3">
                <a:alphaModFix amt="0"/>
              </a:blip>
              <a:stretch>
                <a:fillRect l="0" t="-190315" r="0" b="-190315"/>
              </a:stretch>
            </a:blipFill>
          </p:spPr>
        </p:sp>
        <p:sp>
          <p:nvSpPr>
            <p:cNvPr id="31" name="TextBox 31"/>
            <p:cNvSpPr txBox="1"/>
            <p:nvPr/>
          </p:nvSpPr>
          <p:spPr bwMode="auto">
            <a:xfrm>
              <a:off x="0" y="-38100"/>
              <a:ext cx="9022080" cy="769620"/>
            </a:xfrm>
            <a:prstGeom prst="rect">
              <a:avLst/>
            </a:prstGeom>
            <a:grpFill/>
          </p:spPr>
          <p:txBody>
            <a:bodyPr lIns="0" tIns="0" rIns="0" bIns="0" rtlCol="0" anchor="ctr"/>
            <a:lstStyle/>
            <a:p>
              <a:pPr algn="l">
                <a:lnSpc>
                  <a:spcPts val="2879"/>
                </a:lnSpc>
                <a:defRPr/>
              </a:pPr>
              <a:r>
                <a:rPr lang="en-US" sz="2400" b="1">
                  <a:solidFill>
                    <a:srgbClr val="0F172A"/>
                  </a:solidFill>
                  <a:latin typeface="Calibri (MS) Bold"/>
                  <a:ea typeface="Calibri (MS) Bold"/>
                  <a:cs typeface="Calibri (MS) Bold"/>
                </a:rPr>
                <a:t>Report Item</a:t>
              </a:r>
              <a:endParaRPr/>
            </a:p>
          </p:txBody>
        </p:sp>
      </p:grpSp>
      <p:grpSp>
        <p:nvGrpSpPr>
          <p:cNvPr id="1299819443" name="Group 32"/>
          <p:cNvGrpSpPr/>
          <p:nvPr/>
        </p:nvGrpSpPr>
        <p:grpSpPr bwMode="auto">
          <a:xfrm rot="0">
            <a:off x="1682496" y="4535424"/>
            <a:ext cx="6766560" cy="548640"/>
            <a:chOff x="0" y="0"/>
            <a:chExt cx="9022080" cy="731520"/>
          </a:xfrm>
        </p:grpSpPr>
        <p:sp>
          <p:nvSpPr>
            <p:cNvPr id="33" name="Freeform 33"/>
            <p:cNvSpPr/>
            <p:nvPr/>
          </p:nvSpPr>
          <p:spPr bwMode="auto">
            <a:xfrm rot="0" flipH="0" flipV="0">
              <a:off x="0" y="0"/>
              <a:ext cx="9022080" cy="731520"/>
            </a:xfrm>
            <a:custGeom>
              <a:avLst/>
              <a:gdLst/>
              <a:ahLst/>
              <a:cxnLst/>
              <a:rect l="l" t="t" r="r" b="b"/>
              <a:pathLst>
                <a:path w="9022080" h="731520" fill="norm" stroke="1" extrusionOk="0">
                  <a:moveTo>
                    <a:pt x="0" y="0"/>
                  </a:moveTo>
                  <a:lnTo>
                    <a:pt x="9022080" y="0"/>
                  </a:lnTo>
                  <a:lnTo>
                    <a:pt x="9022080" y="731520"/>
                  </a:lnTo>
                  <a:lnTo>
                    <a:pt x="0" y="731520"/>
                  </a:lnTo>
                  <a:close/>
                </a:path>
              </a:pathLst>
            </a:custGeom>
            <a:blipFill rotWithShape="1">
              <a:blip r:embed="rId3">
                <a:alphaModFix amt="0"/>
              </a:blip>
              <a:stretch>
                <a:fillRect l="0" t="-190315" r="0" b="-190315"/>
              </a:stretch>
            </a:blipFill>
          </p:spPr>
        </p:sp>
        <p:sp>
          <p:nvSpPr>
            <p:cNvPr id="34" name="TextBox 34"/>
            <p:cNvSpPr txBox="1"/>
            <p:nvPr/>
          </p:nvSpPr>
          <p:spPr bwMode="auto">
            <a:xfrm>
              <a:off x="0" y="-38100"/>
              <a:ext cx="9022080" cy="769620"/>
            </a:xfrm>
            <a:prstGeom prst="rect">
              <a:avLst/>
            </a:prstGeom>
            <a:grpFill/>
          </p:spPr>
          <p:txBody>
            <a:bodyPr lIns="0" tIns="0" rIns="0" bIns="0" rtlCol="0" anchor="ctr"/>
            <a:lstStyle/>
            <a:p>
              <a:pPr algn="l">
                <a:lnSpc>
                  <a:spcPts val="2400"/>
                </a:lnSpc>
                <a:defRPr/>
              </a:pPr>
              <a:r>
                <a:rPr lang="en-US" sz="2000">
                  <a:solidFill>
                    <a:srgbClr val="64748B"/>
                  </a:solidFill>
                  <a:latin typeface="Calibri (MS)"/>
                  <a:ea typeface="Calibri (MS)"/>
                  <a:cs typeface="Calibri (MS)"/>
                </a:rPr>
                <a:t>Form to post lost or found items with photo</a:t>
              </a:r>
              <a:endParaRPr/>
            </a:p>
          </p:txBody>
        </p:sp>
      </p:grpSp>
      <p:grpSp>
        <p:nvGrpSpPr>
          <p:cNvPr id="1546387329" name="Group 35"/>
          <p:cNvGrpSpPr/>
          <p:nvPr/>
        </p:nvGrpSpPr>
        <p:grpSpPr bwMode="auto">
          <a:xfrm rot="0">
            <a:off x="542287" y="5333743"/>
            <a:ext cx="8059417" cy="1256281"/>
            <a:chOff x="0" y="0"/>
            <a:chExt cx="10745889" cy="1675041"/>
          </a:xfrm>
        </p:grpSpPr>
        <p:sp>
          <p:nvSpPr>
            <p:cNvPr id="36" name="Freeform 36"/>
            <p:cNvSpPr/>
            <p:nvPr/>
          </p:nvSpPr>
          <p:spPr bwMode="auto">
            <a:xfrm rot="0" flipH="0" flipV="0">
              <a:off x="8509" y="8509"/>
              <a:ext cx="10728960" cy="1658112"/>
            </a:xfrm>
            <a:custGeom>
              <a:avLst/>
              <a:gdLst/>
              <a:ahLst/>
              <a:cxnLst/>
              <a:rect l="l" t="t" r="r" b="b"/>
              <a:pathLst>
                <a:path w="10728960" h="1658112" fill="norm" stroke="1" extrusionOk="0">
                  <a:moveTo>
                    <a:pt x="0" y="0"/>
                  </a:moveTo>
                  <a:lnTo>
                    <a:pt x="10728960" y="0"/>
                  </a:lnTo>
                  <a:lnTo>
                    <a:pt x="10728960" y="1658112"/>
                  </a:lnTo>
                  <a:lnTo>
                    <a:pt x="0" y="1658112"/>
                  </a:lnTo>
                  <a:close/>
                </a:path>
              </a:pathLst>
            </a:custGeom>
            <a:solidFill>
              <a:srgbClr val="FFFFFF"/>
            </a:solidFill>
          </p:spPr>
        </p:sp>
        <p:sp>
          <p:nvSpPr>
            <p:cNvPr id="37" name="Freeform 37"/>
            <p:cNvSpPr/>
            <p:nvPr/>
          </p:nvSpPr>
          <p:spPr bwMode="auto">
            <a:xfrm rot="0" flipH="0" flipV="0">
              <a:off x="0" y="0"/>
              <a:ext cx="10745978" cy="1675130"/>
            </a:xfrm>
            <a:custGeom>
              <a:avLst/>
              <a:gdLst/>
              <a:ahLst/>
              <a:cxnLst/>
              <a:rect l="l" t="t" r="r" b="b"/>
              <a:pathLst>
                <a:path w="10745978" h="1675130" fill="norm" stroke="1" extrusionOk="0">
                  <a:moveTo>
                    <a:pt x="8509" y="0"/>
                  </a:moveTo>
                  <a:lnTo>
                    <a:pt x="10737469" y="0"/>
                  </a:lnTo>
                  <a:cubicBezTo>
                    <a:pt x="10742168" y="0"/>
                    <a:pt x="10745978" y="3810"/>
                    <a:pt x="10745978" y="8509"/>
                  </a:cubicBezTo>
                  <a:lnTo>
                    <a:pt x="10745978" y="1666621"/>
                  </a:lnTo>
                  <a:cubicBezTo>
                    <a:pt x="10745978" y="1671320"/>
                    <a:pt x="10742168" y="1675130"/>
                    <a:pt x="10737469" y="1675130"/>
                  </a:cubicBezTo>
                  <a:lnTo>
                    <a:pt x="8509" y="1675130"/>
                  </a:lnTo>
                  <a:cubicBezTo>
                    <a:pt x="3810" y="1675130"/>
                    <a:pt x="0" y="1671320"/>
                    <a:pt x="0" y="1666621"/>
                  </a:cubicBezTo>
                  <a:lnTo>
                    <a:pt x="0" y="8509"/>
                  </a:lnTo>
                  <a:cubicBezTo>
                    <a:pt x="0" y="3810"/>
                    <a:pt x="3810" y="0"/>
                    <a:pt x="8509" y="0"/>
                  </a:cubicBezTo>
                  <a:moveTo>
                    <a:pt x="8509" y="16891"/>
                  </a:moveTo>
                  <a:lnTo>
                    <a:pt x="8509" y="8509"/>
                  </a:lnTo>
                  <a:lnTo>
                    <a:pt x="17018" y="8509"/>
                  </a:lnTo>
                  <a:lnTo>
                    <a:pt x="17018" y="1666621"/>
                  </a:lnTo>
                  <a:lnTo>
                    <a:pt x="8509" y="1666621"/>
                  </a:lnTo>
                  <a:lnTo>
                    <a:pt x="8509" y="1658112"/>
                  </a:lnTo>
                  <a:lnTo>
                    <a:pt x="10737469" y="1658112"/>
                  </a:lnTo>
                  <a:lnTo>
                    <a:pt x="10737469" y="1666621"/>
                  </a:lnTo>
                  <a:lnTo>
                    <a:pt x="10728960" y="1666621"/>
                  </a:lnTo>
                  <a:lnTo>
                    <a:pt x="10728960" y="8509"/>
                  </a:lnTo>
                  <a:lnTo>
                    <a:pt x="10737469" y="8509"/>
                  </a:lnTo>
                  <a:lnTo>
                    <a:pt x="10737469" y="17018"/>
                  </a:lnTo>
                  <a:lnTo>
                    <a:pt x="8509" y="17018"/>
                  </a:lnTo>
                  <a:close/>
                </a:path>
              </a:pathLst>
            </a:custGeom>
            <a:solidFill>
              <a:srgbClr val="E2E8F0"/>
            </a:solidFill>
          </p:spPr>
        </p:sp>
      </p:grpSp>
      <p:grpSp>
        <p:nvGrpSpPr>
          <p:cNvPr id="1020317232" name="Group 38"/>
          <p:cNvGrpSpPr/>
          <p:nvPr/>
        </p:nvGrpSpPr>
        <p:grpSpPr bwMode="auto">
          <a:xfrm rot="0">
            <a:off x="640080" y="5340096"/>
            <a:ext cx="1005840" cy="1243584"/>
            <a:chOff x="0" y="0"/>
            <a:chExt cx="1341120" cy="1658112"/>
          </a:xfrm>
        </p:grpSpPr>
        <p:sp>
          <p:nvSpPr>
            <p:cNvPr id="39" name="Freeform 39"/>
            <p:cNvSpPr/>
            <p:nvPr/>
          </p:nvSpPr>
          <p:spPr bwMode="auto">
            <a:xfrm rot="0" flipH="0" flipV="0">
              <a:off x="0" y="0"/>
              <a:ext cx="1341120" cy="1658112"/>
            </a:xfrm>
            <a:custGeom>
              <a:avLst/>
              <a:gdLst/>
              <a:ahLst/>
              <a:cxnLst/>
              <a:rect l="l" t="t" r="r" b="b"/>
              <a:pathLst>
                <a:path w="1341120" h="1658112" fill="norm" stroke="1" extrusionOk="0">
                  <a:moveTo>
                    <a:pt x="0" y="0"/>
                  </a:moveTo>
                  <a:lnTo>
                    <a:pt x="1341120" y="0"/>
                  </a:lnTo>
                  <a:lnTo>
                    <a:pt x="1341120" y="1658112"/>
                  </a:lnTo>
                  <a:lnTo>
                    <a:pt x="0" y="1658112"/>
                  </a:lnTo>
                  <a:close/>
                </a:path>
              </a:pathLst>
            </a:custGeom>
            <a:blipFill rotWithShape="1">
              <a:blip r:embed="rId3">
                <a:alphaModFix amt="0"/>
              </a:blip>
              <a:stretch>
                <a:fillRect l="-108629" t="0" r="-108629" b="0"/>
              </a:stretch>
            </a:blipFill>
          </p:spPr>
        </p:sp>
        <p:sp>
          <p:nvSpPr>
            <p:cNvPr id="40" name="TextBox 40"/>
            <p:cNvSpPr txBox="1"/>
            <p:nvPr/>
          </p:nvSpPr>
          <p:spPr bwMode="auto">
            <a:xfrm>
              <a:off x="0" y="-57150"/>
              <a:ext cx="1341120" cy="1715262"/>
            </a:xfrm>
            <a:prstGeom prst="rect">
              <a:avLst/>
            </a:prstGeom>
            <a:grpFill/>
          </p:spPr>
          <p:txBody>
            <a:bodyPr lIns="0" tIns="0" rIns="0" bIns="0" rtlCol="0" anchor="ctr"/>
            <a:lstStyle/>
            <a:p>
              <a:pPr algn="ctr">
                <a:lnSpc>
                  <a:spcPts val="3840"/>
                </a:lnSpc>
                <a:defRPr/>
              </a:pPr>
              <a:r>
                <a:rPr lang="en-US" sz="3200">
                  <a:solidFill>
                    <a:srgbClr val="000000"/>
                  </a:solidFill>
                  <a:latin typeface="Calibri (MS)"/>
                  <a:ea typeface="Calibri (MS)"/>
                  <a:cs typeface="Calibri (MS)"/>
                </a:rPr>
                <a:t>🔎</a:t>
              </a:r>
              <a:endParaRPr/>
            </a:p>
          </p:txBody>
        </p:sp>
      </p:grpSp>
      <p:grpSp>
        <p:nvGrpSpPr>
          <p:cNvPr id="271051800" name="Group 41"/>
          <p:cNvGrpSpPr/>
          <p:nvPr/>
        </p:nvGrpSpPr>
        <p:grpSpPr bwMode="auto">
          <a:xfrm rot="0">
            <a:off x="1682496" y="5413248"/>
            <a:ext cx="6766560" cy="548640"/>
            <a:chOff x="0" y="0"/>
            <a:chExt cx="9022080" cy="731520"/>
          </a:xfrm>
        </p:grpSpPr>
        <p:sp>
          <p:nvSpPr>
            <p:cNvPr id="42" name="Freeform 42"/>
            <p:cNvSpPr/>
            <p:nvPr/>
          </p:nvSpPr>
          <p:spPr bwMode="auto">
            <a:xfrm rot="0" flipH="0" flipV="0">
              <a:off x="0" y="0"/>
              <a:ext cx="9022080" cy="731520"/>
            </a:xfrm>
            <a:custGeom>
              <a:avLst/>
              <a:gdLst/>
              <a:ahLst/>
              <a:cxnLst/>
              <a:rect l="l" t="t" r="r" b="b"/>
              <a:pathLst>
                <a:path w="9022080" h="731520" fill="norm" stroke="1" extrusionOk="0">
                  <a:moveTo>
                    <a:pt x="0" y="0"/>
                  </a:moveTo>
                  <a:lnTo>
                    <a:pt x="9022080" y="0"/>
                  </a:lnTo>
                  <a:lnTo>
                    <a:pt x="9022080" y="731520"/>
                  </a:lnTo>
                  <a:lnTo>
                    <a:pt x="0" y="731520"/>
                  </a:lnTo>
                  <a:close/>
                </a:path>
              </a:pathLst>
            </a:custGeom>
            <a:blipFill rotWithShape="1">
              <a:blip r:embed="rId3">
                <a:alphaModFix amt="0"/>
              </a:blip>
              <a:stretch>
                <a:fillRect l="0" t="-190315" r="0" b="-190315"/>
              </a:stretch>
            </a:blipFill>
          </p:spPr>
        </p:sp>
        <p:sp>
          <p:nvSpPr>
            <p:cNvPr id="43" name="TextBox 43"/>
            <p:cNvSpPr txBox="1"/>
            <p:nvPr/>
          </p:nvSpPr>
          <p:spPr bwMode="auto">
            <a:xfrm>
              <a:off x="0" y="-38100"/>
              <a:ext cx="9022080" cy="769620"/>
            </a:xfrm>
            <a:prstGeom prst="rect">
              <a:avLst/>
            </a:prstGeom>
            <a:grpFill/>
          </p:spPr>
          <p:txBody>
            <a:bodyPr lIns="0" tIns="0" rIns="0" bIns="0" rtlCol="0" anchor="ctr"/>
            <a:lstStyle/>
            <a:p>
              <a:pPr algn="l">
                <a:lnSpc>
                  <a:spcPts val="2879"/>
                </a:lnSpc>
                <a:defRPr/>
              </a:pPr>
              <a:r>
                <a:rPr lang="en-US" sz="2400" b="1">
                  <a:solidFill>
                    <a:srgbClr val="0F172A"/>
                  </a:solidFill>
                  <a:latin typeface="Calibri (MS) Bold"/>
                  <a:ea typeface="Calibri (MS) Bold"/>
                  <a:cs typeface="Calibri (MS) Bold"/>
                </a:rPr>
                <a:t>Search &amp; Filter</a:t>
              </a:r>
              <a:endParaRPr/>
            </a:p>
          </p:txBody>
        </p:sp>
      </p:grpSp>
      <p:grpSp>
        <p:nvGrpSpPr>
          <p:cNvPr id="1173479963" name="Group 44"/>
          <p:cNvGrpSpPr/>
          <p:nvPr/>
        </p:nvGrpSpPr>
        <p:grpSpPr bwMode="auto">
          <a:xfrm rot="0">
            <a:off x="1682496" y="5943600"/>
            <a:ext cx="6766560" cy="548640"/>
            <a:chOff x="0" y="0"/>
            <a:chExt cx="9022080" cy="731520"/>
          </a:xfrm>
        </p:grpSpPr>
        <p:sp>
          <p:nvSpPr>
            <p:cNvPr id="45" name="Freeform 45"/>
            <p:cNvSpPr/>
            <p:nvPr/>
          </p:nvSpPr>
          <p:spPr bwMode="auto">
            <a:xfrm rot="0" flipH="0" flipV="0">
              <a:off x="0" y="0"/>
              <a:ext cx="9022080" cy="731520"/>
            </a:xfrm>
            <a:custGeom>
              <a:avLst/>
              <a:gdLst/>
              <a:ahLst/>
              <a:cxnLst/>
              <a:rect l="l" t="t" r="r" b="b"/>
              <a:pathLst>
                <a:path w="9022080" h="731520" fill="norm" stroke="1" extrusionOk="0">
                  <a:moveTo>
                    <a:pt x="0" y="0"/>
                  </a:moveTo>
                  <a:lnTo>
                    <a:pt x="9022080" y="0"/>
                  </a:lnTo>
                  <a:lnTo>
                    <a:pt x="9022080" y="731520"/>
                  </a:lnTo>
                  <a:lnTo>
                    <a:pt x="0" y="731520"/>
                  </a:lnTo>
                  <a:close/>
                </a:path>
              </a:pathLst>
            </a:custGeom>
            <a:blipFill rotWithShape="1">
              <a:blip r:embed="rId3">
                <a:alphaModFix amt="0"/>
              </a:blip>
              <a:stretch>
                <a:fillRect l="0" t="-190315" r="0" b="-190315"/>
              </a:stretch>
            </a:blipFill>
          </p:spPr>
        </p:sp>
        <p:sp>
          <p:nvSpPr>
            <p:cNvPr id="46" name="TextBox 46"/>
            <p:cNvSpPr txBox="1"/>
            <p:nvPr/>
          </p:nvSpPr>
          <p:spPr bwMode="auto">
            <a:xfrm>
              <a:off x="0" y="-38100"/>
              <a:ext cx="9022080" cy="769620"/>
            </a:xfrm>
            <a:prstGeom prst="rect">
              <a:avLst/>
            </a:prstGeom>
            <a:grpFill/>
          </p:spPr>
          <p:txBody>
            <a:bodyPr lIns="0" tIns="0" rIns="0" bIns="0" rtlCol="0" anchor="ctr"/>
            <a:lstStyle/>
            <a:p>
              <a:pPr algn="l">
                <a:lnSpc>
                  <a:spcPts val="2400"/>
                </a:lnSpc>
                <a:defRPr/>
              </a:pPr>
              <a:r>
                <a:rPr lang="en-US" sz="2000">
                  <a:solidFill>
                    <a:srgbClr val="64748B"/>
                  </a:solidFill>
                  <a:latin typeface="Calibri (MS)"/>
                  <a:ea typeface="Calibri (MS)"/>
                  <a:cs typeface="Calibri (MS)"/>
                </a:rPr>
                <a:t>Search by category, date, location, keyword</a:t>
              </a:r>
              <a:endParaRPr/>
            </a:p>
          </p:txBody>
        </p:sp>
      </p:grpSp>
      <p:grpSp>
        <p:nvGrpSpPr>
          <p:cNvPr id="712515334" name="Group 47"/>
          <p:cNvGrpSpPr/>
          <p:nvPr/>
        </p:nvGrpSpPr>
        <p:grpSpPr bwMode="auto">
          <a:xfrm rot="0">
            <a:off x="542287" y="6741919"/>
            <a:ext cx="8059417" cy="1256281"/>
            <a:chOff x="0" y="0"/>
            <a:chExt cx="10745889" cy="1675041"/>
          </a:xfrm>
        </p:grpSpPr>
        <p:sp>
          <p:nvSpPr>
            <p:cNvPr id="48" name="Freeform 48"/>
            <p:cNvSpPr/>
            <p:nvPr/>
          </p:nvSpPr>
          <p:spPr bwMode="auto">
            <a:xfrm rot="0" flipH="0" flipV="0">
              <a:off x="8509" y="8509"/>
              <a:ext cx="10728960" cy="1658112"/>
            </a:xfrm>
            <a:custGeom>
              <a:avLst/>
              <a:gdLst/>
              <a:ahLst/>
              <a:cxnLst/>
              <a:rect l="l" t="t" r="r" b="b"/>
              <a:pathLst>
                <a:path w="10728960" h="1658112" fill="norm" stroke="1" extrusionOk="0">
                  <a:moveTo>
                    <a:pt x="0" y="0"/>
                  </a:moveTo>
                  <a:lnTo>
                    <a:pt x="10728960" y="0"/>
                  </a:lnTo>
                  <a:lnTo>
                    <a:pt x="10728960" y="1658112"/>
                  </a:lnTo>
                  <a:lnTo>
                    <a:pt x="0" y="1658112"/>
                  </a:lnTo>
                  <a:close/>
                </a:path>
              </a:pathLst>
            </a:custGeom>
            <a:solidFill>
              <a:srgbClr val="FFFFFF"/>
            </a:solidFill>
          </p:spPr>
        </p:sp>
        <p:sp>
          <p:nvSpPr>
            <p:cNvPr id="49" name="Freeform 49"/>
            <p:cNvSpPr/>
            <p:nvPr/>
          </p:nvSpPr>
          <p:spPr bwMode="auto">
            <a:xfrm rot="0" flipH="0" flipV="0">
              <a:off x="0" y="0"/>
              <a:ext cx="10745978" cy="1675130"/>
            </a:xfrm>
            <a:custGeom>
              <a:avLst/>
              <a:gdLst/>
              <a:ahLst/>
              <a:cxnLst/>
              <a:rect l="l" t="t" r="r" b="b"/>
              <a:pathLst>
                <a:path w="10745978" h="1675130" fill="norm" stroke="1" extrusionOk="0">
                  <a:moveTo>
                    <a:pt x="8509" y="0"/>
                  </a:moveTo>
                  <a:lnTo>
                    <a:pt x="10737469" y="0"/>
                  </a:lnTo>
                  <a:cubicBezTo>
                    <a:pt x="10742168" y="0"/>
                    <a:pt x="10745978" y="3810"/>
                    <a:pt x="10745978" y="8509"/>
                  </a:cubicBezTo>
                  <a:lnTo>
                    <a:pt x="10745978" y="1666621"/>
                  </a:lnTo>
                  <a:cubicBezTo>
                    <a:pt x="10745978" y="1671320"/>
                    <a:pt x="10742168" y="1675130"/>
                    <a:pt x="10737469" y="1675130"/>
                  </a:cubicBezTo>
                  <a:lnTo>
                    <a:pt x="8509" y="1675130"/>
                  </a:lnTo>
                  <a:cubicBezTo>
                    <a:pt x="3810" y="1675130"/>
                    <a:pt x="0" y="1671320"/>
                    <a:pt x="0" y="1666621"/>
                  </a:cubicBezTo>
                  <a:lnTo>
                    <a:pt x="0" y="8509"/>
                  </a:lnTo>
                  <a:cubicBezTo>
                    <a:pt x="0" y="3810"/>
                    <a:pt x="3810" y="0"/>
                    <a:pt x="8509" y="0"/>
                  </a:cubicBezTo>
                  <a:moveTo>
                    <a:pt x="8509" y="16891"/>
                  </a:moveTo>
                  <a:lnTo>
                    <a:pt x="8509" y="8509"/>
                  </a:lnTo>
                  <a:lnTo>
                    <a:pt x="17018" y="8509"/>
                  </a:lnTo>
                  <a:lnTo>
                    <a:pt x="17018" y="1666621"/>
                  </a:lnTo>
                  <a:lnTo>
                    <a:pt x="8509" y="1666621"/>
                  </a:lnTo>
                  <a:lnTo>
                    <a:pt x="8509" y="1658112"/>
                  </a:lnTo>
                  <a:lnTo>
                    <a:pt x="10737469" y="1658112"/>
                  </a:lnTo>
                  <a:lnTo>
                    <a:pt x="10737469" y="1666621"/>
                  </a:lnTo>
                  <a:lnTo>
                    <a:pt x="10728960" y="1666621"/>
                  </a:lnTo>
                  <a:lnTo>
                    <a:pt x="10728960" y="8509"/>
                  </a:lnTo>
                  <a:lnTo>
                    <a:pt x="10737469" y="8509"/>
                  </a:lnTo>
                  <a:lnTo>
                    <a:pt x="10737469" y="17018"/>
                  </a:lnTo>
                  <a:lnTo>
                    <a:pt x="8509" y="17018"/>
                  </a:lnTo>
                  <a:close/>
                </a:path>
              </a:pathLst>
            </a:custGeom>
            <a:solidFill>
              <a:srgbClr val="E2E8F0"/>
            </a:solidFill>
          </p:spPr>
        </p:sp>
      </p:grpSp>
      <p:grpSp>
        <p:nvGrpSpPr>
          <p:cNvPr id="1437866223" name="Group 50"/>
          <p:cNvGrpSpPr/>
          <p:nvPr/>
        </p:nvGrpSpPr>
        <p:grpSpPr bwMode="auto">
          <a:xfrm rot="0">
            <a:off x="640080" y="6748272"/>
            <a:ext cx="1005840" cy="1243584"/>
            <a:chOff x="0" y="0"/>
            <a:chExt cx="1341120" cy="1658112"/>
          </a:xfrm>
        </p:grpSpPr>
        <p:sp>
          <p:nvSpPr>
            <p:cNvPr id="51" name="Freeform 51"/>
            <p:cNvSpPr/>
            <p:nvPr/>
          </p:nvSpPr>
          <p:spPr bwMode="auto">
            <a:xfrm rot="0" flipH="0" flipV="0">
              <a:off x="0" y="0"/>
              <a:ext cx="1341120" cy="1658112"/>
            </a:xfrm>
            <a:custGeom>
              <a:avLst/>
              <a:gdLst/>
              <a:ahLst/>
              <a:cxnLst/>
              <a:rect l="l" t="t" r="r" b="b"/>
              <a:pathLst>
                <a:path w="1341120" h="1658112" fill="norm" stroke="1" extrusionOk="0">
                  <a:moveTo>
                    <a:pt x="0" y="0"/>
                  </a:moveTo>
                  <a:lnTo>
                    <a:pt x="1341120" y="0"/>
                  </a:lnTo>
                  <a:lnTo>
                    <a:pt x="1341120" y="1658112"/>
                  </a:lnTo>
                  <a:lnTo>
                    <a:pt x="0" y="1658112"/>
                  </a:lnTo>
                  <a:close/>
                </a:path>
              </a:pathLst>
            </a:custGeom>
            <a:blipFill rotWithShape="1">
              <a:blip r:embed="rId3">
                <a:alphaModFix amt="0"/>
              </a:blip>
              <a:stretch>
                <a:fillRect l="-108629" t="0" r="-108629" b="0"/>
              </a:stretch>
            </a:blipFill>
          </p:spPr>
        </p:sp>
        <p:sp>
          <p:nvSpPr>
            <p:cNvPr id="52" name="TextBox 52"/>
            <p:cNvSpPr txBox="1"/>
            <p:nvPr/>
          </p:nvSpPr>
          <p:spPr bwMode="auto">
            <a:xfrm>
              <a:off x="0" y="-57150"/>
              <a:ext cx="1341120" cy="1715262"/>
            </a:xfrm>
            <a:prstGeom prst="rect">
              <a:avLst/>
            </a:prstGeom>
            <a:grpFill/>
          </p:spPr>
          <p:txBody>
            <a:bodyPr lIns="0" tIns="0" rIns="0" bIns="0" rtlCol="0" anchor="ctr"/>
            <a:lstStyle/>
            <a:p>
              <a:pPr algn="ctr">
                <a:lnSpc>
                  <a:spcPts val="3840"/>
                </a:lnSpc>
                <a:defRPr/>
              </a:pPr>
              <a:r>
                <a:rPr lang="en-US" sz="3200">
                  <a:solidFill>
                    <a:srgbClr val="000000"/>
                  </a:solidFill>
                  <a:latin typeface="Calibri (MS)"/>
                  <a:ea typeface="Calibri (MS)"/>
                  <a:cs typeface="Calibri (MS)"/>
                </a:rPr>
                <a:t>🔔</a:t>
              </a:r>
              <a:endParaRPr/>
            </a:p>
          </p:txBody>
        </p:sp>
      </p:grpSp>
      <p:grpSp>
        <p:nvGrpSpPr>
          <p:cNvPr id="443313116" name="Group 53"/>
          <p:cNvGrpSpPr/>
          <p:nvPr/>
        </p:nvGrpSpPr>
        <p:grpSpPr bwMode="auto">
          <a:xfrm rot="0">
            <a:off x="1682496" y="6821424"/>
            <a:ext cx="6766560" cy="548640"/>
            <a:chOff x="0" y="0"/>
            <a:chExt cx="9022080" cy="731520"/>
          </a:xfrm>
        </p:grpSpPr>
        <p:sp>
          <p:nvSpPr>
            <p:cNvPr id="54" name="Freeform 54"/>
            <p:cNvSpPr/>
            <p:nvPr/>
          </p:nvSpPr>
          <p:spPr bwMode="auto">
            <a:xfrm rot="0" flipH="0" flipV="0">
              <a:off x="0" y="0"/>
              <a:ext cx="9022080" cy="731520"/>
            </a:xfrm>
            <a:custGeom>
              <a:avLst/>
              <a:gdLst/>
              <a:ahLst/>
              <a:cxnLst/>
              <a:rect l="l" t="t" r="r" b="b"/>
              <a:pathLst>
                <a:path w="9022080" h="731520" fill="norm" stroke="1" extrusionOk="0">
                  <a:moveTo>
                    <a:pt x="0" y="0"/>
                  </a:moveTo>
                  <a:lnTo>
                    <a:pt x="9022080" y="0"/>
                  </a:lnTo>
                  <a:lnTo>
                    <a:pt x="9022080" y="731520"/>
                  </a:lnTo>
                  <a:lnTo>
                    <a:pt x="0" y="731520"/>
                  </a:lnTo>
                  <a:close/>
                </a:path>
              </a:pathLst>
            </a:custGeom>
            <a:blipFill rotWithShape="1">
              <a:blip r:embed="rId3">
                <a:alphaModFix amt="0"/>
              </a:blip>
              <a:stretch>
                <a:fillRect l="0" t="-190315" r="0" b="-190315"/>
              </a:stretch>
            </a:blipFill>
          </p:spPr>
        </p:sp>
        <p:sp>
          <p:nvSpPr>
            <p:cNvPr id="55" name="TextBox 55"/>
            <p:cNvSpPr txBox="1"/>
            <p:nvPr/>
          </p:nvSpPr>
          <p:spPr bwMode="auto">
            <a:xfrm>
              <a:off x="0" y="-38100"/>
              <a:ext cx="9022080" cy="769620"/>
            </a:xfrm>
            <a:prstGeom prst="rect">
              <a:avLst/>
            </a:prstGeom>
            <a:grpFill/>
          </p:spPr>
          <p:txBody>
            <a:bodyPr lIns="0" tIns="0" rIns="0" bIns="0" rtlCol="0" anchor="ctr"/>
            <a:lstStyle/>
            <a:p>
              <a:pPr algn="l">
                <a:lnSpc>
                  <a:spcPts val="2879"/>
                </a:lnSpc>
                <a:defRPr/>
              </a:pPr>
              <a:r>
                <a:rPr lang="en-US" sz="2400" b="1">
                  <a:solidFill>
                    <a:srgbClr val="0F172A"/>
                  </a:solidFill>
                  <a:latin typeface="Calibri (MS) Bold"/>
                  <a:ea typeface="Calibri (MS) Bold"/>
                  <a:cs typeface="Calibri (MS) Bold"/>
                </a:rPr>
                <a:t>Notification System</a:t>
              </a:r>
              <a:endParaRPr/>
            </a:p>
          </p:txBody>
        </p:sp>
      </p:grpSp>
      <p:grpSp>
        <p:nvGrpSpPr>
          <p:cNvPr id="2015738251" name="Group 56"/>
          <p:cNvGrpSpPr/>
          <p:nvPr/>
        </p:nvGrpSpPr>
        <p:grpSpPr bwMode="auto">
          <a:xfrm rot="0">
            <a:off x="1682496" y="7351776"/>
            <a:ext cx="6766560" cy="548640"/>
            <a:chOff x="0" y="0"/>
            <a:chExt cx="9022080" cy="731520"/>
          </a:xfrm>
        </p:grpSpPr>
        <p:sp>
          <p:nvSpPr>
            <p:cNvPr id="57" name="Freeform 57"/>
            <p:cNvSpPr/>
            <p:nvPr/>
          </p:nvSpPr>
          <p:spPr bwMode="auto">
            <a:xfrm rot="0" flipH="0" flipV="0">
              <a:off x="0" y="0"/>
              <a:ext cx="9022080" cy="731520"/>
            </a:xfrm>
            <a:custGeom>
              <a:avLst/>
              <a:gdLst/>
              <a:ahLst/>
              <a:cxnLst/>
              <a:rect l="l" t="t" r="r" b="b"/>
              <a:pathLst>
                <a:path w="9022080" h="731520" fill="norm" stroke="1" extrusionOk="0">
                  <a:moveTo>
                    <a:pt x="0" y="0"/>
                  </a:moveTo>
                  <a:lnTo>
                    <a:pt x="9022080" y="0"/>
                  </a:lnTo>
                  <a:lnTo>
                    <a:pt x="9022080" y="731520"/>
                  </a:lnTo>
                  <a:lnTo>
                    <a:pt x="0" y="731520"/>
                  </a:lnTo>
                  <a:close/>
                </a:path>
              </a:pathLst>
            </a:custGeom>
            <a:blipFill rotWithShape="1">
              <a:blip r:embed="rId3">
                <a:alphaModFix amt="0"/>
              </a:blip>
              <a:stretch>
                <a:fillRect l="0" t="-190315" r="0" b="-190315"/>
              </a:stretch>
            </a:blipFill>
          </p:spPr>
        </p:sp>
        <p:sp>
          <p:nvSpPr>
            <p:cNvPr id="58" name="TextBox 58"/>
            <p:cNvSpPr txBox="1"/>
            <p:nvPr/>
          </p:nvSpPr>
          <p:spPr bwMode="auto">
            <a:xfrm>
              <a:off x="0" y="-38100"/>
              <a:ext cx="9022080" cy="769620"/>
            </a:xfrm>
            <a:prstGeom prst="rect">
              <a:avLst/>
            </a:prstGeom>
            <a:grpFill/>
          </p:spPr>
          <p:txBody>
            <a:bodyPr lIns="0" tIns="0" rIns="0" bIns="0" rtlCol="0" anchor="ctr"/>
            <a:lstStyle/>
            <a:p>
              <a:pPr algn="l">
                <a:lnSpc>
                  <a:spcPts val="2400"/>
                </a:lnSpc>
                <a:defRPr/>
              </a:pPr>
              <a:r>
                <a:rPr lang="en-US" sz="2000">
                  <a:solidFill>
                    <a:srgbClr val="64748B"/>
                  </a:solidFill>
                  <a:latin typeface="Calibri (MS)"/>
                  <a:ea typeface="Calibri (MS)"/>
                  <a:cs typeface="Calibri (MS)"/>
                </a:rPr>
                <a:t>Email alert when item match found</a:t>
              </a:r>
              <a:endParaRPr/>
            </a:p>
          </p:txBody>
        </p:sp>
      </p:grpSp>
      <p:grpSp>
        <p:nvGrpSpPr>
          <p:cNvPr id="433429849" name="Group 59"/>
          <p:cNvGrpSpPr/>
          <p:nvPr/>
        </p:nvGrpSpPr>
        <p:grpSpPr bwMode="auto">
          <a:xfrm rot="0">
            <a:off x="542287" y="8150095"/>
            <a:ext cx="8059417" cy="1256281"/>
            <a:chOff x="0" y="0"/>
            <a:chExt cx="10745889" cy="1675041"/>
          </a:xfrm>
        </p:grpSpPr>
        <p:sp>
          <p:nvSpPr>
            <p:cNvPr id="60" name="Freeform 60"/>
            <p:cNvSpPr/>
            <p:nvPr/>
          </p:nvSpPr>
          <p:spPr bwMode="auto">
            <a:xfrm rot="0" flipH="0" flipV="0">
              <a:off x="8509" y="8509"/>
              <a:ext cx="10728960" cy="1658112"/>
            </a:xfrm>
            <a:custGeom>
              <a:avLst/>
              <a:gdLst/>
              <a:ahLst/>
              <a:cxnLst/>
              <a:rect l="l" t="t" r="r" b="b"/>
              <a:pathLst>
                <a:path w="10728960" h="1658112" fill="norm" stroke="1" extrusionOk="0">
                  <a:moveTo>
                    <a:pt x="0" y="0"/>
                  </a:moveTo>
                  <a:lnTo>
                    <a:pt x="10728960" y="0"/>
                  </a:lnTo>
                  <a:lnTo>
                    <a:pt x="10728960" y="1658112"/>
                  </a:lnTo>
                  <a:lnTo>
                    <a:pt x="0" y="1658112"/>
                  </a:lnTo>
                  <a:close/>
                </a:path>
              </a:pathLst>
            </a:custGeom>
            <a:solidFill>
              <a:srgbClr val="FFFFFF"/>
            </a:solidFill>
          </p:spPr>
        </p:sp>
        <p:sp>
          <p:nvSpPr>
            <p:cNvPr id="61" name="Freeform 61"/>
            <p:cNvSpPr/>
            <p:nvPr/>
          </p:nvSpPr>
          <p:spPr bwMode="auto">
            <a:xfrm rot="0" flipH="0" flipV="0">
              <a:off x="0" y="0"/>
              <a:ext cx="10745978" cy="1675130"/>
            </a:xfrm>
            <a:custGeom>
              <a:avLst/>
              <a:gdLst/>
              <a:ahLst/>
              <a:cxnLst/>
              <a:rect l="l" t="t" r="r" b="b"/>
              <a:pathLst>
                <a:path w="10745978" h="1675130" fill="norm" stroke="1" extrusionOk="0">
                  <a:moveTo>
                    <a:pt x="8509" y="0"/>
                  </a:moveTo>
                  <a:lnTo>
                    <a:pt x="10737469" y="0"/>
                  </a:lnTo>
                  <a:cubicBezTo>
                    <a:pt x="10742168" y="0"/>
                    <a:pt x="10745978" y="3810"/>
                    <a:pt x="10745978" y="8509"/>
                  </a:cubicBezTo>
                  <a:lnTo>
                    <a:pt x="10745978" y="1666621"/>
                  </a:lnTo>
                  <a:cubicBezTo>
                    <a:pt x="10745978" y="1671320"/>
                    <a:pt x="10742168" y="1675130"/>
                    <a:pt x="10737469" y="1675130"/>
                  </a:cubicBezTo>
                  <a:lnTo>
                    <a:pt x="8509" y="1675130"/>
                  </a:lnTo>
                  <a:cubicBezTo>
                    <a:pt x="3810" y="1675130"/>
                    <a:pt x="0" y="1671320"/>
                    <a:pt x="0" y="1666621"/>
                  </a:cubicBezTo>
                  <a:lnTo>
                    <a:pt x="0" y="8509"/>
                  </a:lnTo>
                  <a:cubicBezTo>
                    <a:pt x="0" y="3810"/>
                    <a:pt x="3810" y="0"/>
                    <a:pt x="8509" y="0"/>
                  </a:cubicBezTo>
                  <a:moveTo>
                    <a:pt x="8509" y="16891"/>
                  </a:moveTo>
                  <a:lnTo>
                    <a:pt x="8509" y="8509"/>
                  </a:lnTo>
                  <a:lnTo>
                    <a:pt x="17018" y="8509"/>
                  </a:lnTo>
                  <a:lnTo>
                    <a:pt x="17018" y="1666621"/>
                  </a:lnTo>
                  <a:lnTo>
                    <a:pt x="8509" y="1666621"/>
                  </a:lnTo>
                  <a:lnTo>
                    <a:pt x="8509" y="1658112"/>
                  </a:lnTo>
                  <a:lnTo>
                    <a:pt x="10737469" y="1658112"/>
                  </a:lnTo>
                  <a:lnTo>
                    <a:pt x="10737469" y="1666621"/>
                  </a:lnTo>
                  <a:lnTo>
                    <a:pt x="10728960" y="1666621"/>
                  </a:lnTo>
                  <a:lnTo>
                    <a:pt x="10728960" y="8509"/>
                  </a:lnTo>
                  <a:lnTo>
                    <a:pt x="10737469" y="8509"/>
                  </a:lnTo>
                  <a:lnTo>
                    <a:pt x="10737469" y="17018"/>
                  </a:lnTo>
                  <a:lnTo>
                    <a:pt x="8509" y="17018"/>
                  </a:lnTo>
                  <a:close/>
                </a:path>
              </a:pathLst>
            </a:custGeom>
            <a:solidFill>
              <a:srgbClr val="E2E8F0"/>
            </a:solidFill>
          </p:spPr>
        </p:sp>
      </p:grpSp>
      <p:grpSp>
        <p:nvGrpSpPr>
          <p:cNvPr id="793522260" name="Group 62"/>
          <p:cNvGrpSpPr/>
          <p:nvPr/>
        </p:nvGrpSpPr>
        <p:grpSpPr bwMode="auto">
          <a:xfrm rot="0">
            <a:off x="640080" y="8156448"/>
            <a:ext cx="1005840" cy="1243584"/>
            <a:chOff x="0" y="0"/>
            <a:chExt cx="1341120" cy="1658112"/>
          </a:xfrm>
        </p:grpSpPr>
        <p:sp>
          <p:nvSpPr>
            <p:cNvPr id="63" name="Freeform 63"/>
            <p:cNvSpPr/>
            <p:nvPr/>
          </p:nvSpPr>
          <p:spPr bwMode="auto">
            <a:xfrm rot="0" flipH="0" flipV="0">
              <a:off x="0" y="0"/>
              <a:ext cx="1341120" cy="1658112"/>
            </a:xfrm>
            <a:custGeom>
              <a:avLst/>
              <a:gdLst/>
              <a:ahLst/>
              <a:cxnLst/>
              <a:rect l="l" t="t" r="r" b="b"/>
              <a:pathLst>
                <a:path w="1341120" h="1658112" fill="norm" stroke="1" extrusionOk="0">
                  <a:moveTo>
                    <a:pt x="0" y="0"/>
                  </a:moveTo>
                  <a:lnTo>
                    <a:pt x="1341120" y="0"/>
                  </a:lnTo>
                  <a:lnTo>
                    <a:pt x="1341120" y="1658112"/>
                  </a:lnTo>
                  <a:lnTo>
                    <a:pt x="0" y="1658112"/>
                  </a:lnTo>
                  <a:close/>
                </a:path>
              </a:pathLst>
            </a:custGeom>
            <a:blipFill rotWithShape="1">
              <a:blip r:embed="rId3">
                <a:alphaModFix amt="0"/>
              </a:blip>
              <a:stretch>
                <a:fillRect l="-108629" t="0" r="-108629" b="0"/>
              </a:stretch>
            </a:blipFill>
          </p:spPr>
        </p:sp>
        <p:sp>
          <p:nvSpPr>
            <p:cNvPr id="64" name="TextBox 64"/>
            <p:cNvSpPr txBox="1"/>
            <p:nvPr/>
          </p:nvSpPr>
          <p:spPr bwMode="auto">
            <a:xfrm>
              <a:off x="0" y="-57150"/>
              <a:ext cx="1341120" cy="1715262"/>
            </a:xfrm>
            <a:prstGeom prst="rect">
              <a:avLst/>
            </a:prstGeom>
            <a:grpFill/>
          </p:spPr>
          <p:txBody>
            <a:bodyPr lIns="0" tIns="0" rIns="0" bIns="0" rtlCol="0" anchor="ctr"/>
            <a:lstStyle/>
            <a:p>
              <a:pPr algn="ctr">
                <a:lnSpc>
                  <a:spcPts val="3840"/>
                </a:lnSpc>
                <a:defRPr/>
              </a:pPr>
              <a:r>
                <a:rPr lang="en-US" sz="3200">
                  <a:solidFill>
                    <a:srgbClr val="000000"/>
                  </a:solidFill>
                  <a:latin typeface="Calibri (MS)"/>
                  <a:ea typeface="Calibri (MS)"/>
                  <a:cs typeface="Calibri (MS)"/>
                </a:rPr>
                <a:t>🛡️</a:t>
              </a:r>
              <a:endParaRPr/>
            </a:p>
          </p:txBody>
        </p:sp>
      </p:grpSp>
      <p:grpSp>
        <p:nvGrpSpPr>
          <p:cNvPr id="1929050968" name="Group 65"/>
          <p:cNvGrpSpPr/>
          <p:nvPr/>
        </p:nvGrpSpPr>
        <p:grpSpPr bwMode="auto">
          <a:xfrm rot="0">
            <a:off x="1682496" y="8229600"/>
            <a:ext cx="6766560" cy="548640"/>
            <a:chOff x="0" y="0"/>
            <a:chExt cx="9022080" cy="731520"/>
          </a:xfrm>
        </p:grpSpPr>
        <p:sp>
          <p:nvSpPr>
            <p:cNvPr id="66" name="Freeform 66"/>
            <p:cNvSpPr/>
            <p:nvPr/>
          </p:nvSpPr>
          <p:spPr bwMode="auto">
            <a:xfrm rot="0" flipH="0" flipV="0">
              <a:off x="0" y="0"/>
              <a:ext cx="9022080" cy="731520"/>
            </a:xfrm>
            <a:custGeom>
              <a:avLst/>
              <a:gdLst/>
              <a:ahLst/>
              <a:cxnLst/>
              <a:rect l="l" t="t" r="r" b="b"/>
              <a:pathLst>
                <a:path w="9022080" h="731520" fill="norm" stroke="1" extrusionOk="0">
                  <a:moveTo>
                    <a:pt x="0" y="0"/>
                  </a:moveTo>
                  <a:lnTo>
                    <a:pt x="9022080" y="0"/>
                  </a:lnTo>
                  <a:lnTo>
                    <a:pt x="9022080" y="731520"/>
                  </a:lnTo>
                  <a:lnTo>
                    <a:pt x="0" y="731520"/>
                  </a:lnTo>
                  <a:close/>
                </a:path>
              </a:pathLst>
            </a:custGeom>
            <a:blipFill rotWithShape="1">
              <a:blip r:embed="rId3">
                <a:alphaModFix amt="0"/>
              </a:blip>
              <a:stretch>
                <a:fillRect l="0" t="-190315" r="0" b="-190315"/>
              </a:stretch>
            </a:blipFill>
          </p:spPr>
        </p:sp>
        <p:sp>
          <p:nvSpPr>
            <p:cNvPr id="67" name="TextBox 67"/>
            <p:cNvSpPr txBox="1"/>
            <p:nvPr/>
          </p:nvSpPr>
          <p:spPr bwMode="auto">
            <a:xfrm>
              <a:off x="0" y="-38100"/>
              <a:ext cx="9022080" cy="769620"/>
            </a:xfrm>
            <a:prstGeom prst="rect">
              <a:avLst/>
            </a:prstGeom>
            <a:grpFill/>
          </p:spPr>
          <p:txBody>
            <a:bodyPr lIns="0" tIns="0" rIns="0" bIns="0" rtlCol="0" anchor="ctr"/>
            <a:lstStyle/>
            <a:p>
              <a:pPr algn="l">
                <a:lnSpc>
                  <a:spcPts val="2879"/>
                </a:lnSpc>
                <a:defRPr/>
              </a:pPr>
              <a:r>
                <a:rPr lang="en-US" sz="2400" b="1">
                  <a:solidFill>
                    <a:srgbClr val="0F172A"/>
                  </a:solidFill>
                  <a:latin typeface="Calibri (MS) Bold"/>
                  <a:ea typeface="Calibri (MS) Bold"/>
                  <a:cs typeface="Calibri (MS) Bold"/>
                </a:rPr>
                <a:t>Admin Panel</a:t>
              </a:r>
              <a:endParaRPr/>
            </a:p>
          </p:txBody>
        </p:sp>
      </p:grpSp>
      <p:grpSp>
        <p:nvGrpSpPr>
          <p:cNvPr id="1876255323" name="Group 68"/>
          <p:cNvGrpSpPr/>
          <p:nvPr/>
        </p:nvGrpSpPr>
        <p:grpSpPr bwMode="auto">
          <a:xfrm rot="0">
            <a:off x="1682496" y="8759952"/>
            <a:ext cx="6766560" cy="548640"/>
            <a:chOff x="0" y="0"/>
            <a:chExt cx="9022080" cy="731520"/>
          </a:xfrm>
        </p:grpSpPr>
        <p:sp>
          <p:nvSpPr>
            <p:cNvPr id="69" name="Freeform 69"/>
            <p:cNvSpPr/>
            <p:nvPr/>
          </p:nvSpPr>
          <p:spPr bwMode="auto">
            <a:xfrm rot="0" flipH="0" flipV="0">
              <a:off x="0" y="0"/>
              <a:ext cx="9022080" cy="731520"/>
            </a:xfrm>
            <a:custGeom>
              <a:avLst/>
              <a:gdLst/>
              <a:ahLst/>
              <a:cxnLst/>
              <a:rect l="l" t="t" r="r" b="b"/>
              <a:pathLst>
                <a:path w="9022080" h="731520" fill="norm" stroke="1" extrusionOk="0">
                  <a:moveTo>
                    <a:pt x="0" y="0"/>
                  </a:moveTo>
                  <a:lnTo>
                    <a:pt x="9022080" y="0"/>
                  </a:lnTo>
                  <a:lnTo>
                    <a:pt x="9022080" y="731520"/>
                  </a:lnTo>
                  <a:lnTo>
                    <a:pt x="0" y="731520"/>
                  </a:lnTo>
                  <a:close/>
                </a:path>
              </a:pathLst>
            </a:custGeom>
            <a:blipFill rotWithShape="1">
              <a:blip r:embed="rId3">
                <a:alphaModFix amt="0"/>
              </a:blip>
              <a:stretch>
                <a:fillRect l="0" t="-190315" r="0" b="-190315"/>
              </a:stretch>
            </a:blipFill>
          </p:spPr>
        </p:sp>
        <p:sp>
          <p:nvSpPr>
            <p:cNvPr id="70" name="TextBox 70"/>
            <p:cNvSpPr txBox="1"/>
            <p:nvPr/>
          </p:nvSpPr>
          <p:spPr bwMode="auto">
            <a:xfrm>
              <a:off x="0" y="-38100"/>
              <a:ext cx="9022080" cy="769620"/>
            </a:xfrm>
            <a:prstGeom prst="rect">
              <a:avLst/>
            </a:prstGeom>
            <a:grpFill/>
          </p:spPr>
          <p:txBody>
            <a:bodyPr lIns="0" tIns="0" rIns="0" bIns="0" rtlCol="0" anchor="ctr"/>
            <a:lstStyle/>
            <a:p>
              <a:pPr algn="l">
                <a:lnSpc>
                  <a:spcPts val="2400"/>
                </a:lnSpc>
                <a:defRPr/>
              </a:pPr>
              <a:r>
                <a:rPr lang="en-US" sz="2000">
                  <a:solidFill>
                    <a:srgbClr val="64748B"/>
                  </a:solidFill>
                  <a:latin typeface="Calibri (MS)"/>
                  <a:ea typeface="Calibri (MS)"/>
                  <a:cs typeface="Calibri (MS)"/>
                </a:rPr>
                <a:t>Approve, reject, or flag listings</a:t>
              </a:r>
              <a:endParaRPr/>
            </a:p>
          </p:txBody>
        </p:sp>
      </p:grpSp>
      <p:grpSp>
        <p:nvGrpSpPr>
          <p:cNvPr id="1420886845" name="Group 71"/>
          <p:cNvGrpSpPr/>
          <p:nvPr/>
        </p:nvGrpSpPr>
        <p:grpSpPr bwMode="auto">
          <a:xfrm rot="0">
            <a:off x="9326880" y="1645920"/>
            <a:ext cx="8229600" cy="731520"/>
            <a:chOff x="0" y="0"/>
            <a:chExt cx="10972800" cy="975360"/>
          </a:xfrm>
        </p:grpSpPr>
        <p:sp>
          <p:nvSpPr>
            <p:cNvPr id="72" name="Freeform 72"/>
            <p:cNvSpPr/>
            <p:nvPr/>
          </p:nvSpPr>
          <p:spPr bwMode="auto">
            <a:xfrm rot="0" flipH="0" flipV="0">
              <a:off x="0" y="0"/>
              <a:ext cx="10972800" cy="975360"/>
            </a:xfrm>
            <a:custGeom>
              <a:avLst/>
              <a:gdLst/>
              <a:ahLst/>
              <a:cxnLst/>
              <a:rect l="l" t="t" r="r" b="b"/>
              <a:pathLst>
                <a:path w="10972800" h="975360" fill="norm" stroke="1" extrusionOk="0">
                  <a:moveTo>
                    <a:pt x="0" y="0"/>
                  </a:moveTo>
                  <a:lnTo>
                    <a:pt x="10972800" y="0"/>
                  </a:lnTo>
                  <a:lnTo>
                    <a:pt x="10972800" y="975360"/>
                  </a:lnTo>
                  <a:lnTo>
                    <a:pt x="0" y="975360"/>
                  </a:lnTo>
                  <a:close/>
                </a:path>
              </a:pathLst>
            </a:custGeom>
            <a:blipFill rotWithShape="1">
              <a:blip r:embed="rId3">
                <a:alphaModFix amt="0"/>
              </a:blip>
              <a:stretch>
                <a:fillRect l="0" t="-169206" r="0" b="-169206"/>
              </a:stretch>
            </a:blipFill>
          </p:spPr>
        </p:sp>
        <p:sp>
          <p:nvSpPr>
            <p:cNvPr id="73" name="TextBox 73"/>
            <p:cNvSpPr txBox="1"/>
            <p:nvPr/>
          </p:nvSpPr>
          <p:spPr bwMode="auto">
            <a:xfrm>
              <a:off x="0" y="-47625"/>
              <a:ext cx="10972800" cy="1022985"/>
            </a:xfrm>
            <a:prstGeom prst="rect">
              <a:avLst/>
            </a:prstGeom>
            <a:grpFill/>
          </p:spPr>
          <p:txBody>
            <a:bodyPr lIns="0" tIns="0" rIns="0" bIns="0" rtlCol="0" anchor="ctr"/>
            <a:lstStyle/>
            <a:p>
              <a:pPr algn="l">
                <a:lnSpc>
                  <a:spcPts val="3359"/>
                </a:lnSpc>
                <a:defRPr/>
              </a:pPr>
              <a:r>
                <a:rPr lang="en-US" sz="2800" b="1">
                  <a:solidFill>
                    <a:srgbClr val="1A2E4A"/>
                  </a:solidFill>
                  <a:latin typeface="Calibri (MS) Bold"/>
                  <a:ea typeface="Calibri (MS) Bold"/>
                  <a:cs typeface="Calibri (MS) Bold"/>
                </a:rPr>
                <a:t>Database Schema (Overview)</a:t>
              </a:r>
              <a:endParaRPr/>
            </a:p>
          </p:txBody>
        </p:sp>
      </p:grpSp>
      <p:grpSp>
        <p:nvGrpSpPr>
          <p:cNvPr id="617138699" name="Group 74"/>
          <p:cNvGrpSpPr/>
          <p:nvPr/>
        </p:nvGrpSpPr>
        <p:grpSpPr bwMode="auto">
          <a:xfrm rot="0">
            <a:off x="9314183" y="2511047"/>
            <a:ext cx="8255003" cy="1579883"/>
            <a:chOff x="0" y="0"/>
            <a:chExt cx="11006671" cy="2106511"/>
          </a:xfrm>
        </p:grpSpPr>
        <p:sp>
          <p:nvSpPr>
            <p:cNvPr id="75" name="Freeform 75"/>
            <p:cNvSpPr/>
            <p:nvPr/>
          </p:nvSpPr>
          <p:spPr bwMode="auto">
            <a:xfrm rot="0" flipH="0" flipV="0">
              <a:off x="16891" y="16891"/>
              <a:ext cx="10972800" cy="2072640"/>
            </a:xfrm>
            <a:custGeom>
              <a:avLst/>
              <a:gdLst/>
              <a:ahLst/>
              <a:cxnLst/>
              <a:rect l="l" t="t" r="r" b="b"/>
              <a:pathLst>
                <a:path w="10972800" h="2072640" fill="norm" stroke="1" extrusionOk="0">
                  <a:moveTo>
                    <a:pt x="0" y="0"/>
                  </a:moveTo>
                  <a:lnTo>
                    <a:pt x="10972800" y="0"/>
                  </a:lnTo>
                  <a:lnTo>
                    <a:pt x="10972800" y="2072640"/>
                  </a:lnTo>
                  <a:lnTo>
                    <a:pt x="0" y="2072640"/>
                  </a:lnTo>
                  <a:close/>
                </a:path>
              </a:pathLst>
            </a:custGeom>
            <a:solidFill>
              <a:srgbClr val="FFFFFF"/>
            </a:solidFill>
          </p:spPr>
        </p:sp>
        <p:sp>
          <p:nvSpPr>
            <p:cNvPr id="76" name="Freeform 76"/>
            <p:cNvSpPr/>
            <p:nvPr/>
          </p:nvSpPr>
          <p:spPr bwMode="auto">
            <a:xfrm rot="0" flipH="0" flipV="0">
              <a:off x="0" y="0"/>
              <a:ext cx="11006582" cy="2106422"/>
            </a:xfrm>
            <a:custGeom>
              <a:avLst/>
              <a:gdLst/>
              <a:ahLst/>
              <a:cxnLst/>
              <a:rect l="l" t="t" r="r" b="b"/>
              <a:pathLst>
                <a:path w="11006582" h="2106422" fill="norm" stroke="1" extrusionOk="0">
                  <a:moveTo>
                    <a:pt x="16891" y="0"/>
                  </a:moveTo>
                  <a:lnTo>
                    <a:pt x="10989691" y="0"/>
                  </a:lnTo>
                  <a:cubicBezTo>
                    <a:pt x="10999089" y="0"/>
                    <a:pt x="11006582" y="7620"/>
                    <a:pt x="11006582" y="16891"/>
                  </a:cubicBezTo>
                  <a:lnTo>
                    <a:pt x="11006582" y="2089531"/>
                  </a:lnTo>
                  <a:cubicBezTo>
                    <a:pt x="11006582" y="2098929"/>
                    <a:pt x="10998962" y="2106422"/>
                    <a:pt x="10989691"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10989691" y="2072640"/>
                  </a:lnTo>
                  <a:lnTo>
                    <a:pt x="10989691" y="2089531"/>
                  </a:lnTo>
                  <a:lnTo>
                    <a:pt x="10972800" y="2089531"/>
                  </a:lnTo>
                  <a:lnTo>
                    <a:pt x="10972800" y="16891"/>
                  </a:lnTo>
                  <a:lnTo>
                    <a:pt x="10989691" y="16891"/>
                  </a:lnTo>
                  <a:lnTo>
                    <a:pt x="10989691" y="33909"/>
                  </a:lnTo>
                  <a:lnTo>
                    <a:pt x="16891" y="33909"/>
                  </a:lnTo>
                  <a:close/>
                </a:path>
              </a:pathLst>
            </a:custGeom>
            <a:solidFill>
              <a:srgbClr val="0891B2"/>
            </a:solidFill>
          </p:spPr>
        </p:sp>
      </p:grpSp>
      <p:grpSp>
        <p:nvGrpSpPr>
          <p:cNvPr id="1449749392" name="Group 77"/>
          <p:cNvGrpSpPr/>
          <p:nvPr/>
        </p:nvGrpSpPr>
        <p:grpSpPr bwMode="auto">
          <a:xfrm rot="0">
            <a:off x="9314183" y="2511047"/>
            <a:ext cx="8255003" cy="610619"/>
            <a:chOff x="0" y="0"/>
            <a:chExt cx="11006671" cy="814159"/>
          </a:xfrm>
        </p:grpSpPr>
        <p:sp>
          <p:nvSpPr>
            <p:cNvPr id="78" name="Freeform 78"/>
            <p:cNvSpPr/>
            <p:nvPr/>
          </p:nvSpPr>
          <p:spPr bwMode="auto">
            <a:xfrm rot="0" flipH="0" flipV="0">
              <a:off x="16891" y="16891"/>
              <a:ext cx="10972800" cy="780288"/>
            </a:xfrm>
            <a:custGeom>
              <a:avLst/>
              <a:gdLst/>
              <a:ahLst/>
              <a:cxnLst/>
              <a:rect l="l" t="t" r="r" b="b"/>
              <a:pathLst>
                <a:path w="10972800" h="780288" fill="norm" stroke="1" extrusionOk="0">
                  <a:moveTo>
                    <a:pt x="0" y="0"/>
                  </a:moveTo>
                  <a:lnTo>
                    <a:pt x="10972800" y="0"/>
                  </a:lnTo>
                  <a:lnTo>
                    <a:pt x="10972800" y="780288"/>
                  </a:lnTo>
                  <a:lnTo>
                    <a:pt x="0" y="780288"/>
                  </a:lnTo>
                  <a:close/>
                </a:path>
              </a:pathLst>
            </a:custGeom>
            <a:solidFill>
              <a:srgbClr val="0891B2"/>
            </a:solidFill>
          </p:spPr>
        </p:sp>
        <p:sp>
          <p:nvSpPr>
            <p:cNvPr id="79" name="Freeform 79"/>
            <p:cNvSpPr/>
            <p:nvPr/>
          </p:nvSpPr>
          <p:spPr bwMode="auto">
            <a:xfrm rot="0" flipH="0" flipV="0">
              <a:off x="0" y="0"/>
              <a:ext cx="11006582" cy="814072"/>
            </a:xfrm>
            <a:custGeom>
              <a:avLst/>
              <a:gdLst/>
              <a:ahLst/>
              <a:cxnLst/>
              <a:rect l="l" t="t" r="r" b="b"/>
              <a:pathLst>
                <a:path w="11006582" h="814072" fill="norm" stroke="1" extrusionOk="0">
                  <a:moveTo>
                    <a:pt x="16891" y="0"/>
                  </a:moveTo>
                  <a:lnTo>
                    <a:pt x="10989691" y="0"/>
                  </a:lnTo>
                  <a:cubicBezTo>
                    <a:pt x="10999089" y="0"/>
                    <a:pt x="11006582" y="7620"/>
                    <a:pt x="11006582" y="16891"/>
                  </a:cubicBezTo>
                  <a:lnTo>
                    <a:pt x="11006582" y="797179"/>
                  </a:lnTo>
                  <a:cubicBezTo>
                    <a:pt x="11006582" y="806577"/>
                    <a:pt x="10998962" y="814070"/>
                    <a:pt x="10989691" y="814070"/>
                  </a:cubicBezTo>
                  <a:lnTo>
                    <a:pt x="16891" y="814070"/>
                  </a:lnTo>
                  <a:cubicBezTo>
                    <a:pt x="7620" y="814197"/>
                    <a:pt x="0" y="806577"/>
                    <a:pt x="0" y="797179"/>
                  </a:cubicBezTo>
                  <a:lnTo>
                    <a:pt x="0" y="16891"/>
                  </a:lnTo>
                  <a:cubicBezTo>
                    <a:pt x="0" y="7620"/>
                    <a:pt x="7620" y="0"/>
                    <a:pt x="16891" y="0"/>
                  </a:cubicBezTo>
                  <a:moveTo>
                    <a:pt x="16891" y="33909"/>
                  </a:moveTo>
                  <a:lnTo>
                    <a:pt x="16891" y="16891"/>
                  </a:lnTo>
                  <a:lnTo>
                    <a:pt x="33909" y="16891"/>
                  </a:lnTo>
                  <a:lnTo>
                    <a:pt x="33909" y="797179"/>
                  </a:lnTo>
                  <a:lnTo>
                    <a:pt x="16891" y="797179"/>
                  </a:lnTo>
                  <a:lnTo>
                    <a:pt x="16891" y="780288"/>
                  </a:lnTo>
                  <a:lnTo>
                    <a:pt x="10989691" y="780288"/>
                  </a:lnTo>
                  <a:lnTo>
                    <a:pt x="10989691" y="797179"/>
                  </a:lnTo>
                  <a:lnTo>
                    <a:pt x="10972800" y="797179"/>
                  </a:lnTo>
                  <a:lnTo>
                    <a:pt x="10972800" y="16891"/>
                  </a:lnTo>
                  <a:lnTo>
                    <a:pt x="10989691" y="16891"/>
                  </a:lnTo>
                  <a:lnTo>
                    <a:pt x="10989691" y="33909"/>
                  </a:lnTo>
                  <a:lnTo>
                    <a:pt x="16891" y="33909"/>
                  </a:lnTo>
                  <a:close/>
                </a:path>
              </a:pathLst>
            </a:custGeom>
            <a:solidFill>
              <a:srgbClr val="0891B2"/>
            </a:solidFill>
          </p:spPr>
        </p:sp>
      </p:grpSp>
      <p:grpSp>
        <p:nvGrpSpPr>
          <p:cNvPr id="1627866193" name="Group 80"/>
          <p:cNvGrpSpPr/>
          <p:nvPr/>
        </p:nvGrpSpPr>
        <p:grpSpPr bwMode="auto">
          <a:xfrm rot="0">
            <a:off x="9418320" y="2523744"/>
            <a:ext cx="8046720" cy="585216"/>
            <a:chOff x="0" y="0"/>
            <a:chExt cx="10728960" cy="780288"/>
          </a:xfrm>
        </p:grpSpPr>
        <p:sp>
          <p:nvSpPr>
            <p:cNvPr id="81" name="Freeform 81"/>
            <p:cNvSpPr/>
            <p:nvPr/>
          </p:nvSpPr>
          <p:spPr bwMode="auto">
            <a:xfrm rot="0" flipH="0" flipV="0">
              <a:off x="0" y="0"/>
              <a:ext cx="10728960" cy="780288"/>
            </a:xfrm>
            <a:custGeom>
              <a:avLst/>
              <a:gdLst/>
              <a:ahLst/>
              <a:cxnLst/>
              <a:rect l="l" t="t" r="r" b="b"/>
              <a:pathLst>
                <a:path w="10728960" h="780288" fill="norm" stroke="1" extrusionOk="0">
                  <a:moveTo>
                    <a:pt x="0" y="0"/>
                  </a:moveTo>
                  <a:lnTo>
                    <a:pt x="10728960" y="0"/>
                  </a:lnTo>
                  <a:lnTo>
                    <a:pt x="10728960" y="780288"/>
                  </a:lnTo>
                  <a:lnTo>
                    <a:pt x="0" y="780288"/>
                  </a:lnTo>
                  <a:close/>
                </a:path>
              </a:pathLst>
            </a:custGeom>
            <a:blipFill rotWithShape="1">
              <a:blip r:embed="rId3">
                <a:alphaModFix amt="0"/>
              </a:blip>
              <a:stretch>
                <a:fillRect l="0" t="-217919" r="0" b="-217918"/>
              </a:stretch>
            </a:blipFill>
          </p:spPr>
        </p:sp>
        <p:sp>
          <p:nvSpPr>
            <p:cNvPr id="82" name="TextBox 82"/>
            <p:cNvSpPr txBox="1"/>
            <p:nvPr/>
          </p:nvSpPr>
          <p:spPr bwMode="auto">
            <a:xfrm>
              <a:off x="0" y="-38100"/>
              <a:ext cx="10728960" cy="818388"/>
            </a:xfrm>
            <a:prstGeom prst="rect">
              <a:avLst/>
            </a:prstGeom>
            <a:grpFill/>
          </p:spPr>
          <p:txBody>
            <a:bodyPr lIns="0" tIns="0" rIns="0" bIns="0" rtlCol="0" anchor="ctr"/>
            <a:lstStyle/>
            <a:p>
              <a:pPr algn="l">
                <a:lnSpc>
                  <a:spcPts val="2879"/>
                </a:lnSpc>
                <a:defRPr/>
              </a:pPr>
              <a:r>
                <a:rPr lang="en-US" sz="2400" b="1">
                  <a:solidFill>
                    <a:srgbClr val="FFFFFF"/>
                  </a:solidFill>
                  <a:latin typeface="Calibri (MS) Bold"/>
                  <a:ea typeface="Calibri (MS) Bold"/>
                  <a:cs typeface="Calibri (MS) Bold"/>
                </a:rPr>
                <a:t>Users</a:t>
              </a:r>
              <a:endParaRPr/>
            </a:p>
          </p:txBody>
        </p:sp>
      </p:grpSp>
      <p:sp>
        <p:nvSpPr>
          <p:cNvPr id="914447552" name="TextBox 83"/>
          <p:cNvSpPr txBox="1"/>
          <p:nvPr/>
        </p:nvSpPr>
        <p:spPr bwMode="auto">
          <a:xfrm rot="0">
            <a:off x="9509760" y="3134868"/>
            <a:ext cx="7863840" cy="824484"/>
          </a:xfrm>
          <a:prstGeom prst="rect">
            <a:avLst/>
          </a:prstGeom>
        </p:spPr>
        <p:txBody>
          <a:bodyPr lIns="0" tIns="0" rIns="0" bIns="0" rtlCol="0" anchor="t">
            <a:spAutoFit/>
          </a:bodyPr>
          <a:lstStyle/>
          <a:p>
            <a:pPr algn="l">
              <a:lnSpc>
                <a:spcPts val="2400"/>
              </a:lnSpc>
              <a:defRPr/>
            </a:pPr>
            <a:r>
              <a:rPr lang="en-US" sz="2000" i="1">
                <a:solidFill>
                  <a:srgbClr val="64748B"/>
                </a:solidFill>
                <a:latin typeface="Calibri (MS) Italics"/>
                <a:ea typeface="Calibri (MS) Italics"/>
                <a:cs typeface="Calibri (MS) Italics"/>
              </a:rPr>
              <a:t>id, name, email, role, password</a:t>
            </a:r>
            <a:endParaRPr/>
          </a:p>
        </p:txBody>
      </p:sp>
      <p:grpSp>
        <p:nvGrpSpPr>
          <p:cNvPr id="1077355791" name="Group 84"/>
          <p:cNvGrpSpPr/>
          <p:nvPr/>
        </p:nvGrpSpPr>
        <p:grpSpPr bwMode="auto">
          <a:xfrm rot="0">
            <a:off x="9314183" y="4248407"/>
            <a:ext cx="8255003" cy="1579883"/>
            <a:chOff x="0" y="0"/>
            <a:chExt cx="11006671" cy="2106511"/>
          </a:xfrm>
        </p:grpSpPr>
        <p:sp>
          <p:nvSpPr>
            <p:cNvPr id="85" name="Freeform 85"/>
            <p:cNvSpPr/>
            <p:nvPr/>
          </p:nvSpPr>
          <p:spPr bwMode="auto">
            <a:xfrm rot="0" flipH="0" flipV="0">
              <a:off x="16891" y="16891"/>
              <a:ext cx="10972800" cy="2072640"/>
            </a:xfrm>
            <a:custGeom>
              <a:avLst/>
              <a:gdLst/>
              <a:ahLst/>
              <a:cxnLst/>
              <a:rect l="l" t="t" r="r" b="b"/>
              <a:pathLst>
                <a:path w="10972800" h="2072640" fill="norm" stroke="1" extrusionOk="0">
                  <a:moveTo>
                    <a:pt x="0" y="0"/>
                  </a:moveTo>
                  <a:lnTo>
                    <a:pt x="10972800" y="0"/>
                  </a:lnTo>
                  <a:lnTo>
                    <a:pt x="10972800" y="2072640"/>
                  </a:lnTo>
                  <a:lnTo>
                    <a:pt x="0" y="2072640"/>
                  </a:lnTo>
                  <a:close/>
                </a:path>
              </a:pathLst>
            </a:custGeom>
            <a:solidFill>
              <a:srgbClr val="FFFFFF"/>
            </a:solidFill>
          </p:spPr>
        </p:sp>
        <p:sp>
          <p:nvSpPr>
            <p:cNvPr id="86" name="Freeform 86"/>
            <p:cNvSpPr/>
            <p:nvPr/>
          </p:nvSpPr>
          <p:spPr bwMode="auto">
            <a:xfrm rot="0" flipH="0" flipV="0">
              <a:off x="0" y="0"/>
              <a:ext cx="11006582" cy="2106422"/>
            </a:xfrm>
            <a:custGeom>
              <a:avLst/>
              <a:gdLst/>
              <a:ahLst/>
              <a:cxnLst/>
              <a:rect l="l" t="t" r="r" b="b"/>
              <a:pathLst>
                <a:path w="11006582" h="2106422" fill="norm" stroke="1" extrusionOk="0">
                  <a:moveTo>
                    <a:pt x="16891" y="0"/>
                  </a:moveTo>
                  <a:lnTo>
                    <a:pt x="10989691" y="0"/>
                  </a:lnTo>
                  <a:cubicBezTo>
                    <a:pt x="10999089" y="0"/>
                    <a:pt x="11006582" y="7620"/>
                    <a:pt x="11006582" y="16891"/>
                  </a:cubicBezTo>
                  <a:lnTo>
                    <a:pt x="11006582" y="2089531"/>
                  </a:lnTo>
                  <a:cubicBezTo>
                    <a:pt x="11006582" y="2098929"/>
                    <a:pt x="10998962" y="2106422"/>
                    <a:pt x="10989691"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10989691" y="2072640"/>
                  </a:lnTo>
                  <a:lnTo>
                    <a:pt x="10989691" y="2089531"/>
                  </a:lnTo>
                  <a:lnTo>
                    <a:pt x="10972800" y="2089531"/>
                  </a:lnTo>
                  <a:lnTo>
                    <a:pt x="10972800" y="16891"/>
                  </a:lnTo>
                  <a:lnTo>
                    <a:pt x="10989691" y="16891"/>
                  </a:lnTo>
                  <a:lnTo>
                    <a:pt x="10989691" y="33909"/>
                  </a:lnTo>
                  <a:lnTo>
                    <a:pt x="16891" y="33909"/>
                  </a:lnTo>
                  <a:close/>
                </a:path>
              </a:pathLst>
            </a:custGeom>
            <a:solidFill>
              <a:srgbClr val="0891B2"/>
            </a:solidFill>
          </p:spPr>
        </p:sp>
      </p:grpSp>
      <p:grpSp>
        <p:nvGrpSpPr>
          <p:cNvPr id="797063461" name="Group 87"/>
          <p:cNvGrpSpPr/>
          <p:nvPr/>
        </p:nvGrpSpPr>
        <p:grpSpPr bwMode="auto">
          <a:xfrm rot="0">
            <a:off x="9314183" y="4248407"/>
            <a:ext cx="8255003" cy="610619"/>
            <a:chOff x="0" y="0"/>
            <a:chExt cx="11006671" cy="814159"/>
          </a:xfrm>
        </p:grpSpPr>
        <p:sp>
          <p:nvSpPr>
            <p:cNvPr id="88" name="Freeform 88"/>
            <p:cNvSpPr/>
            <p:nvPr/>
          </p:nvSpPr>
          <p:spPr bwMode="auto">
            <a:xfrm rot="0" flipH="0" flipV="0">
              <a:off x="16891" y="16891"/>
              <a:ext cx="10972800" cy="780288"/>
            </a:xfrm>
            <a:custGeom>
              <a:avLst/>
              <a:gdLst/>
              <a:ahLst/>
              <a:cxnLst/>
              <a:rect l="l" t="t" r="r" b="b"/>
              <a:pathLst>
                <a:path w="10972800" h="780288" fill="norm" stroke="1" extrusionOk="0">
                  <a:moveTo>
                    <a:pt x="0" y="0"/>
                  </a:moveTo>
                  <a:lnTo>
                    <a:pt x="10972800" y="0"/>
                  </a:lnTo>
                  <a:lnTo>
                    <a:pt x="10972800" y="780288"/>
                  </a:lnTo>
                  <a:lnTo>
                    <a:pt x="0" y="780288"/>
                  </a:lnTo>
                  <a:close/>
                </a:path>
              </a:pathLst>
            </a:custGeom>
            <a:solidFill>
              <a:srgbClr val="0891B2"/>
            </a:solidFill>
          </p:spPr>
        </p:sp>
        <p:sp>
          <p:nvSpPr>
            <p:cNvPr id="89" name="Freeform 89"/>
            <p:cNvSpPr/>
            <p:nvPr/>
          </p:nvSpPr>
          <p:spPr bwMode="auto">
            <a:xfrm rot="0" flipH="0" flipV="0">
              <a:off x="0" y="0"/>
              <a:ext cx="11006582" cy="814072"/>
            </a:xfrm>
            <a:custGeom>
              <a:avLst/>
              <a:gdLst/>
              <a:ahLst/>
              <a:cxnLst/>
              <a:rect l="l" t="t" r="r" b="b"/>
              <a:pathLst>
                <a:path w="11006582" h="814072" fill="norm" stroke="1" extrusionOk="0">
                  <a:moveTo>
                    <a:pt x="16891" y="0"/>
                  </a:moveTo>
                  <a:lnTo>
                    <a:pt x="10989691" y="0"/>
                  </a:lnTo>
                  <a:cubicBezTo>
                    <a:pt x="10999089" y="0"/>
                    <a:pt x="11006582" y="7620"/>
                    <a:pt x="11006582" y="16891"/>
                  </a:cubicBezTo>
                  <a:lnTo>
                    <a:pt x="11006582" y="797179"/>
                  </a:lnTo>
                  <a:cubicBezTo>
                    <a:pt x="11006582" y="806577"/>
                    <a:pt x="10998962" y="814070"/>
                    <a:pt x="10989691" y="814070"/>
                  </a:cubicBezTo>
                  <a:lnTo>
                    <a:pt x="16891" y="814070"/>
                  </a:lnTo>
                  <a:cubicBezTo>
                    <a:pt x="7620" y="814197"/>
                    <a:pt x="0" y="806577"/>
                    <a:pt x="0" y="797179"/>
                  </a:cubicBezTo>
                  <a:lnTo>
                    <a:pt x="0" y="16891"/>
                  </a:lnTo>
                  <a:cubicBezTo>
                    <a:pt x="0" y="7620"/>
                    <a:pt x="7620" y="0"/>
                    <a:pt x="16891" y="0"/>
                  </a:cubicBezTo>
                  <a:moveTo>
                    <a:pt x="16891" y="33909"/>
                  </a:moveTo>
                  <a:lnTo>
                    <a:pt x="16891" y="16891"/>
                  </a:lnTo>
                  <a:lnTo>
                    <a:pt x="33909" y="16891"/>
                  </a:lnTo>
                  <a:lnTo>
                    <a:pt x="33909" y="797179"/>
                  </a:lnTo>
                  <a:lnTo>
                    <a:pt x="16891" y="797179"/>
                  </a:lnTo>
                  <a:lnTo>
                    <a:pt x="16891" y="780288"/>
                  </a:lnTo>
                  <a:lnTo>
                    <a:pt x="10989691" y="780288"/>
                  </a:lnTo>
                  <a:lnTo>
                    <a:pt x="10989691" y="797179"/>
                  </a:lnTo>
                  <a:lnTo>
                    <a:pt x="10972800" y="797179"/>
                  </a:lnTo>
                  <a:lnTo>
                    <a:pt x="10972800" y="16891"/>
                  </a:lnTo>
                  <a:lnTo>
                    <a:pt x="10989691" y="16891"/>
                  </a:lnTo>
                  <a:lnTo>
                    <a:pt x="10989691" y="33909"/>
                  </a:lnTo>
                  <a:lnTo>
                    <a:pt x="16891" y="33909"/>
                  </a:lnTo>
                  <a:close/>
                </a:path>
              </a:pathLst>
            </a:custGeom>
            <a:solidFill>
              <a:srgbClr val="0891B2"/>
            </a:solidFill>
          </p:spPr>
        </p:sp>
      </p:grpSp>
      <p:grpSp>
        <p:nvGrpSpPr>
          <p:cNvPr id="1871789536" name="Group 90"/>
          <p:cNvGrpSpPr/>
          <p:nvPr/>
        </p:nvGrpSpPr>
        <p:grpSpPr bwMode="auto">
          <a:xfrm rot="0">
            <a:off x="9418320" y="4261104"/>
            <a:ext cx="8046720" cy="585216"/>
            <a:chOff x="0" y="0"/>
            <a:chExt cx="10728960" cy="780288"/>
          </a:xfrm>
        </p:grpSpPr>
        <p:sp>
          <p:nvSpPr>
            <p:cNvPr id="91" name="Freeform 91"/>
            <p:cNvSpPr/>
            <p:nvPr/>
          </p:nvSpPr>
          <p:spPr bwMode="auto">
            <a:xfrm rot="0" flipH="0" flipV="0">
              <a:off x="0" y="0"/>
              <a:ext cx="10728960" cy="780288"/>
            </a:xfrm>
            <a:custGeom>
              <a:avLst/>
              <a:gdLst/>
              <a:ahLst/>
              <a:cxnLst/>
              <a:rect l="l" t="t" r="r" b="b"/>
              <a:pathLst>
                <a:path w="10728960" h="780288" fill="norm" stroke="1" extrusionOk="0">
                  <a:moveTo>
                    <a:pt x="0" y="0"/>
                  </a:moveTo>
                  <a:lnTo>
                    <a:pt x="10728960" y="0"/>
                  </a:lnTo>
                  <a:lnTo>
                    <a:pt x="10728960" y="780288"/>
                  </a:lnTo>
                  <a:lnTo>
                    <a:pt x="0" y="780288"/>
                  </a:lnTo>
                  <a:close/>
                </a:path>
              </a:pathLst>
            </a:custGeom>
            <a:blipFill rotWithShape="1">
              <a:blip r:embed="rId3">
                <a:alphaModFix amt="0"/>
              </a:blip>
              <a:stretch>
                <a:fillRect l="0" t="-217919" r="0" b="-217918"/>
              </a:stretch>
            </a:blipFill>
          </p:spPr>
        </p:sp>
        <p:sp>
          <p:nvSpPr>
            <p:cNvPr id="92" name="TextBox 92"/>
            <p:cNvSpPr txBox="1"/>
            <p:nvPr/>
          </p:nvSpPr>
          <p:spPr bwMode="auto">
            <a:xfrm>
              <a:off x="0" y="-38100"/>
              <a:ext cx="10728960" cy="818388"/>
            </a:xfrm>
            <a:prstGeom prst="rect">
              <a:avLst/>
            </a:prstGeom>
            <a:grpFill/>
          </p:spPr>
          <p:txBody>
            <a:bodyPr lIns="0" tIns="0" rIns="0" bIns="0" rtlCol="0" anchor="ctr"/>
            <a:lstStyle/>
            <a:p>
              <a:pPr algn="l">
                <a:lnSpc>
                  <a:spcPts val="2879"/>
                </a:lnSpc>
                <a:defRPr/>
              </a:pPr>
              <a:r>
                <a:rPr lang="en-US" sz="2400" b="1">
                  <a:solidFill>
                    <a:srgbClr val="FFFFFF"/>
                  </a:solidFill>
                  <a:latin typeface="Calibri (MS) Bold"/>
                  <a:ea typeface="Calibri (MS) Bold"/>
                  <a:cs typeface="Calibri (MS) Bold"/>
                </a:rPr>
                <a:t>Items</a:t>
              </a:r>
              <a:endParaRPr/>
            </a:p>
          </p:txBody>
        </p:sp>
      </p:grpSp>
      <p:sp>
        <p:nvSpPr>
          <p:cNvPr id="1794652600" name="TextBox 93"/>
          <p:cNvSpPr txBox="1"/>
          <p:nvPr/>
        </p:nvSpPr>
        <p:spPr bwMode="auto">
          <a:xfrm rot="0">
            <a:off x="9509760" y="4872228"/>
            <a:ext cx="7863840" cy="824484"/>
          </a:xfrm>
          <a:prstGeom prst="rect">
            <a:avLst/>
          </a:prstGeom>
        </p:spPr>
        <p:txBody>
          <a:bodyPr lIns="0" tIns="0" rIns="0" bIns="0" rtlCol="0" anchor="t">
            <a:spAutoFit/>
          </a:bodyPr>
          <a:lstStyle/>
          <a:p>
            <a:pPr algn="l">
              <a:lnSpc>
                <a:spcPts val="2400"/>
              </a:lnSpc>
              <a:defRPr/>
            </a:pPr>
            <a:r>
              <a:rPr lang="en-US" sz="2000" i="1">
                <a:solidFill>
                  <a:srgbClr val="64748B"/>
                </a:solidFill>
                <a:latin typeface="Calibri (MS) Italics"/>
                <a:ea typeface="Calibri (MS) Italics"/>
                <a:cs typeface="Calibri (MS) Italics"/>
              </a:rPr>
              <a:t>id, title, category, status, location, date, photo, user_id</a:t>
            </a:r>
            <a:endParaRPr/>
          </a:p>
        </p:txBody>
      </p:sp>
      <p:grpSp>
        <p:nvGrpSpPr>
          <p:cNvPr id="641408414" name="Group 94"/>
          <p:cNvGrpSpPr/>
          <p:nvPr/>
        </p:nvGrpSpPr>
        <p:grpSpPr bwMode="auto">
          <a:xfrm rot="0">
            <a:off x="9314183" y="5985767"/>
            <a:ext cx="8255003" cy="1579883"/>
            <a:chOff x="0" y="0"/>
            <a:chExt cx="11006671" cy="2106511"/>
          </a:xfrm>
        </p:grpSpPr>
        <p:sp>
          <p:nvSpPr>
            <p:cNvPr id="95" name="Freeform 95"/>
            <p:cNvSpPr/>
            <p:nvPr/>
          </p:nvSpPr>
          <p:spPr bwMode="auto">
            <a:xfrm rot="0" flipH="0" flipV="0">
              <a:off x="16891" y="16891"/>
              <a:ext cx="10972800" cy="2072640"/>
            </a:xfrm>
            <a:custGeom>
              <a:avLst/>
              <a:gdLst/>
              <a:ahLst/>
              <a:cxnLst/>
              <a:rect l="l" t="t" r="r" b="b"/>
              <a:pathLst>
                <a:path w="10972800" h="2072640" fill="norm" stroke="1" extrusionOk="0">
                  <a:moveTo>
                    <a:pt x="0" y="0"/>
                  </a:moveTo>
                  <a:lnTo>
                    <a:pt x="10972800" y="0"/>
                  </a:lnTo>
                  <a:lnTo>
                    <a:pt x="10972800" y="2072640"/>
                  </a:lnTo>
                  <a:lnTo>
                    <a:pt x="0" y="2072640"/>
                  </a:lnTo>
                  <a:close/>
                </a:path>
              </a:pathLst>
            </a:custGeom>
            <a:solidFill>
              <a:srgbClr val="FFFFFF"/>
            </a:solidFill>
          </p:spPr>
        </p:sp>
        <p:sp>
          <p:nvSpPr>
            <p:cNvPr id="96" name="Freeform 96"/>
            <p:cNvSpPr/>
            <p:nvPr/>
          </p:nvSpPr>
          <p:spPr bwMode="auto">
            <a:xfrm rot="0" flipH="0" flipV="0">
              <a:off x="0" y="0"/>
              <a:ext cx="11006582" cy="2106422"/>
            </a:xfrm>
            <a:custGeom>
              <a:avLst/>
              <a:gdLst/>
              <a:ahLst/>
              <a:cxnLst/>
              <a:rect l="l" t="t" r="r" b="b"/>
              <a:pathLst>
                <a:path w="11006582" h="2106422" fill="norm" stroke="1" extrusionOk="0">
                  <a:moveTo>
                    <a:pt x="16891" y="0"/>
                  </a:moveTo>
                  <a:lnTo>
                    <a:pt x="10989691" y="0"/>
                  </a:lnTo>
                  <a:cubicBezTo>
                    <a:pt x="10999089" y="0"/>
                    <a:pt x="11006582" y="7620"/>
                    <a:pt x="11006582" y="16891"/>
                  </a:cubicBezTo>
                  <a:lnTo>
                    <a:pt x="11006582" y="2089531"/>
                  </a:lnTo>
                  <a:cubicBezTo>
                    <a:pt x="11006582" y="2098929"/>
                    <a:pt x="10998962" y="2106422"/>
                    <a:pt x="10989691"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10989691" y="2072640"/>
                  </a:lnTo>
                  <a:lnTo>
                    <a:pt x="10989691" y="2089531"/>
                  </a:lnTo>
                  <a:lnTo>
                    <a:pt x="10972800" y="2089531"/>
                  </a:lnTo>
                  <a:lnTo>
                    <a:pt x="10972800" y="16891"/>
                  </a:lnTo>
                  <a:lnTo>
                    <a:pt x="10989691" y="16891"/>
                  </a:lnTo>
                  <a:lnTo>
                    <a:pt x="10989691" y="33909"/>
                  </a:lnTo>
                  <a:lnTo>
                    <a:pt x="16891" y="33909"/>
                  </a:lnTo>
                  <a:close/>
                </a:path>
              </a:pathLst>
            </a:custGeom>
            <a:solidFill>
              <a:srgbClr val="0891B2"/>
            </a:solidFill>
          </p:spPr>
        </p:sp>
      </p:grpSp>
      <p:grpSp>
        <p:nvGrpSpPr>
          <p:cNvPr id="505597273" name="Group 97"/>
          <p:cNvGrpSpPr/>
          <p:nvPr/>
        </p:nvGrpSpPr>
        <p:grpSpPr bwMode="auto">
          <a:xfrm rot="0">
            <a:off x="9314183" y="5985767"/>
            <a:ext cx="8255003" cy="610619"/>
            <a:chOff x="0" y="0"/>
            <a:chExt cx="11006671" cy="814159"/>
          </a:xfrm>
        </p:grpSpPr>
        <p:sp>
          <p:nvSpPr>
            <p:cNvPr id="98" name="Freeform 98"/>
            <p:cNvSpPr/>
            <p:nvPr/>
          </p:nvSpPr>
          <p:spPr bwMode="auto">
            <a:xfrm rot="0" flipH="0" flipV="0">
              <a:off x="16891" y="16891"/>
              <a:ext cx="10972800" cy="780288"/>
            </a:xfrm>
            <a:custGeom>
              <a:avLst/>
              <a:gdLst/>
              <a:ahLst/>
              <a:cxnLst/>
              <a:rect l="l" t="t" r="r" b="b"/>
              <a:pathLst>
                <a:path w="10972800" h="780288" fill="norm" stroke="1" extrusionOk="0">
                  <a:moveTo>
                    <a:pt x="0" y="0"/>
                  </a:moveTo>
                  <a:lnTo>
                    <a:pt x="10972800" y="0"/>
                  </a:lnTo>
                  <a:lnTo>
                    <a:pt x="10972800" y="780288"/>
                  </a:lnTo>
                  <a:lnTo>
                    <a:pt x="0" y="780288"/>
                  </a:lnTo>
                  <a:close/>
                </a:path>
              </a:pathLst>
            </a:custGeom>
            <a:solidFill>
              <a:srgbClr val="0891B2"/>
            </a:solidFill>
          </p:spPr>
        </p:sp>
        <p:sp>
          <p:nvSpPr>
            <p:cNvPr id="99" name="Freeform 99"/>
            <p:cNvSpPr/>
            <p:nvPr/>
          </p:nvSpPr>
          <p:spPr bwMode="auto">
            <a:xfrm rot="0" flipH="0" flipV="0">
              <a:off x="0" y="0"/>
              <a:ext cx="11006582" cy="814072"/>
            </a:xfrm>
            <a:custGeom>
              <a:avLst/>
              <a:gdLst/>
              <a:ahLst/>
              <a:cxnLst/>
              <a:rect l="l" t="t" r="r" b="b"/>
              <a:pathLst>
                <a:path w="11006582" h="814072" fill="norm" stroke="1" extrusionOk="0">
                  <a:moveTo>
                    <a:pt x="16891" y="0"/>
                  </a:moveTo>
                  <a:lnTo>
                    <a:pt x="10989691" y="0"/>
                  </a:lnTo>
                  <a:cubicBezTo>
                    <a:pt x="10999089" y="0"/>
                    <a:pt x="11006582" y="7620"/>
                    <a:pt x="11006582" y="16891"/>
                  </a:cubicBezTo>
                  <a:lnTo>
                    <a:pt x="11006582" y="797179"/>
                  </a:lnTo>
                  <a:cubicBezTo>
                    <a:pt x="11006582" y="806577"/>
                    <a:pt x="10998962" y="814070"/>
                    <a:pt x="10989691" y="814070"/>
                  </a:cubicBezTo>
                  <a:lnTo>
                    <a:pt x="16891" y="814070"/>
                  </a:lnTo>
                  <a:cubicBezTo>
                    <a:pt x="7620" y="814197"/>
                    <a:pt x="0" y="806577"/>
                    <a:pt x="0" y="797179"/>
                  </a:cubicBezTo>
                  <a:lnTo>
                    <a:pt x="0" y="16891"/>
                  </a:lnTo>
                  <a:cubicBezTo>
                    <a:pt x="0" y="7620"/>
                    <a:pt x="7620" y="0"/>
                    <a:pt x="16891" y="0"/>
                  </a:cubicBezTo>
                  <a:moveTo>
                    <a:pt x="16891" y="33909"/>
                  </a:moveTo>
                  <a:lnTo>
                    <a:pt x="16891" y="16891"/>
                  </a:lnTo>
                  <a:lnTo>
                    <a:pt x="33909" y="16891"/>
                  </a:lnTo>
                  <a:lnTo>
                    <a:pt x="33909" y="797179"/>
                  </a:lnTo>
                  <a:lnTo>
                    <a:pt x="16891" y="797179"/>
                  </a:lnTo>
                  <a:lnTo>
                    <a:pt x="16891" y="780288"/>
                  </a:lnTo>
                  <a:lnTo>
                    <a:pt x="10989691" y="780288"/>
                  </a:lnTo>
                  <a:lnTo>
                    <a:pt x="10989691" y="797179"/>
                  </a:lnTo>
                  <a:lnTo>
                    <a:pt x="10972800" y="797179"/>
                  </a:lnTo>
                  <a:lnTo>
                    <a:pt x="10972800" y="16891"/>
                  </a:lnTo>
                  <a:lnTo>
                    <a:pt x="10989691" y="16891"/>
                  </a:lnTo>
                  <a:lnTo>
                    <a:pt x="10989691" y="33909"/>
                  </a:lnTo>
                  <a:lnTo>
                    <a:pt x="16891" y="33909"/>
                  </a:lnTo>
                  <a:close/>
                </a:path>
              </a:pathLst>
            </a:custGeom>
            <a:solidFill>
              <a:srgbClr val="0891B2"/>
            </a:solidFill>
          </p:spPr>
        </p:sp>
      </p:grpSp>
      <p:grpSp>
        <p:nvGrpSpPr>
          <p:cNvPr id="1774340606" name="Group 100"/>
          <p:cNvGrpSpPr/>
          <p:nvPr/>
        </p:nvGrpSpPr>
        <p:grpSpPr bwMode="auto">
          <a:xfrm rot="0">
            <a:off x="9418320" y="5998464"/>
            <a:ext cx="8046720" cy="585216"/>
            <a:chOff x="0" y="0"/>
            <a:chExt cx="10728960" cy="780288"/>
          </a:xfrm>
        </p:grpSpPr>
        <p:sp>
          <p:nvSpPr>
            <p:cNvPr id="101" name="Freeform 101"/>
            <p:cNvSpPr/>
            <p:nvPr/>
          </p:nvSpPr>
          <p:spPr bwMode="auto">
            <a:xfrm rot="0" flipH="0" flipV="0">
              <a:off x="0" y="0"/>
              <a:ext cx="10728960" cy="780288"/>
            </a:xfrm>
            <a:custGeom>
              <a:avLst/>
              <a:gdLst/>
              <a:ahLst/>
              <a:cxnLst/>
              <a:rect l="l" t="t" r="r" b="b"/>
              <a:pathLst>
                <a:path w="10728960" h="780288" fill="norm" stroke="1" extrusionOk="0">
                  <a:moveTo>
                    <a:pt x="0" y="0"/>
                  </a:moveTo>
                  <a:lnTo>
                    <a:pt x="10728960" y="0"/>
                  </a:lnTo>
                  <a:lnTo>
                    <a:pt x="10728960" y="780288"/>
                  </a:lnTo>
                  <a:lnTo>
                    <a:pt x="0" y="780288"/>
                  </a:lnTo>
                  <a:close/>
                </a:path>
              </a:pathLst>
            </a:custGeom>
            <a:blipFill rotWithShape="1">
              <a:blip r:embed="rId3">
                <a:alphaModFix amt="0"/>
              </a:blip>
              <a:stretch>
                <a:fillRect l="0" t="-217919" r="0" b="-217918"/>
              </a:stretch>
            </a:blipFill>
          </p:spPr>
        </p:sp>
        <p:sp>
          <p:nvSpPr>
            <p:cNvPr id="102" name="TextBox 102"/>
            <p:cNvSpPr txBox="1"/>
            <p:nvPr/>
          </p:nvSpPr>
          <p:spPr bwMode="auto">
            <a:xfrm>
              <a:off x="0" y="-38100"/>
              <a:ext cx="10728960" cy="818388"/>
            </a:xfrm>
            <a:prstGeom prst="rect">
              <a:avLst/>
            </a:prstGeom>
            <a:grpFill/>
          </p:spPr>
          <p:txBody>
            <a:bodyPr lIns="0" tIns="0" rIns="0" bIns="0" rtlCol="0" anchor="ctr"/>
            <a:lstStyle/>
            <a:p>
              <a:pPr algn="l">
                <a:lnSpc>
                  <a:spcPts val="2879"/>
                </a:lnSpc>
                <a:defRPr/>
              </a:pPr>
              <a:r>
                <a:rPr lang="en-US" sz="2400" b="1">
                  <a:solidFill>
                    <a:srgbClr val="FFFFFF"/>
                  </a:solidFill>
                  <a:latin typeface="Calibri (MS) Bold"/>
                  <a:ea typeface="Calibri (MS) Bold"/>
                  <a:cs typeface="Calibri (MS) Bold"/>
                </a:rPr>
                <a:t>Matches</a:t>
              </a:r>
              <a:endParaRPr/>
            </a:p>
          </p:txBody>
        </p:sp>
      </p:grpSp>
      <p:sp>
        <p:nvSpPr>
          <p:cNvPr id="1747861149" name="TextBox 103"/>
          <p:cNvSpPr txBox="1"/>
          <p:nvPr/>
        </p:nvSpPr>
        <p:spPr bwMode="auto">
          <a:xfrm rot="0">
            <a:off x="9509760" y="6609588"/>
            <a:ext cx="7863840" cy="824484"/>
          </a:xfrm>
          <a:prstGeom prst="rect">
            <a:avLst/>
          </a:prstGeom>
        </p:spPr>
        <p:txBody>
          <a:bodyPr lIns="0" tIns="0" rIns="0" bIns="0" rtlCol="0" anchor="t">
            <a:spAutoFit/>
          </a:bodyPr>
          <a:lstStyle/>
          <a:p>
            <a:pPr algn="l">
              <a:lnSpc>
                <a:spcPts val="2400"/>
              </a:lnSpc>
              <a:defRPr/>
            </a:pPr>
            <a:r>
              <a:rPr lang="en-US" sz="2000" i="1">
                <a:solidFill>
                  <a:srgbClr val="64748B"/>
                </a:solidFill>
                <a:latin typeface="Calibri (MS) Italics"/>
                <a:ea typeface="Calibri (MS) Italics"/>
                <a:cs typeface="Calibri (MS) Italics"/>
              </a:rPr>
              <a:t>id, lost_id, found_id, score, notified</a:t>
            </a:r>
            <a:endParaRPr/>
          </a:p>
        </p:txBody>
      </p:sp>
      <p:grpSp>
        <p:nvGrpSpPr>
          <p:cNvPr id="1307652093" name="Group 104"/>
          <p:cNvGrpSpPr/>
          <p:nvPr/>
        </p:nvGrpSpPr>
        <p:grpSpPr bwMode="auto">
          <a:xfrm rot="0">
            <a:off x="9314183" y="7723127"/>
            <a:ext cx="8255003" cy="1579883"/>
            <a:chOff x="0" y="0"/>
            <a:chExt cx="11006671" cy="2106511"/>
          </a:xfrm>
        </p:grpSpPr>
        <p:sp>
          <p:nvSpPr>
            <p:cNvPr id="105" name="Freeform 105"/>
            <p:cNvSpPr/>
            <p:nvPr/>
          </p:nvSpPr>
          <p:spPr bwMode="auto">
            <a:xfrm rot="0" flipH="0" flipV="0">
              <a:off x="16891" y="16891"/>
              <a:ext cx="10972800" cy="2072640"/>
            </a:xfrm>
            <a:custGeom>
              <a:avLst/>
              <a:gdLst/>
              <a:ahLst/>
              <a:cxnLst/>
              <a:rect l="l" t="t" r="r" b="b"/>
              <a:pathLst>
                <a:path w="10972800" h="2072640" fill="norm" stroke="1" extrusionOk="0">
                  <a:moveTo>
                    <a:pt x="0" y="0"/>
                  </a:moveTo>
                  <a:lnTo>
                    <a:pt x="10972800" y="0"/>
                  </a:lnTo>
                  <a:lnTo>
                    <a:pt x="10972800" y="2072640"/>
                  </a:lnTo>
                  <a:lnTo>
                    <a:pt x="0" y="2072640"/>
                  </a:lnTo>
                  <a:close/>
                </a:path>
              </a:pathLst>
            </a:custGeom>
            <a:solidFill>
              <a:srgbClr val="FFFFFF"/>
            </a:solidFill>
          </p:spPr>
        </p:sp>
        <p:sp>
          <p:nvSpPr>
            <p:cNvPr id="106" name="Freeform 106"/>
            <p:cNvSpPr/>
            <p:nvPr/>
          </p:nvSpPr>
          <p:spPr bwMode="auto">
            <a:xfrm rot="0" flipH="0" flipV="0">
              <a:off x="0" y="0"/>
              <a:ext cx="11006582" cy="2106422"/>
            </a:xfrm>
            <a:custGeom>
              <a:avLst/>
              <a:gdLst/>
              <a:ahLst/>
              <a:cxnLst/>
              <a:rect l="l" t="t" r="r" b="b"/>
              <a:pathLst>
                <a:path w="11006582" h="2106422" fill="norm" stroke="1" extrusionOk="0">
                  <a:moveTo>
                    <a:pt x="16891" y="0"/>
                  </a:moveTo>
                  <a:lnTo>
                    <a:pt x="10989691" y="0"/>
                  </a:lnTo>
                  <a:cubicBezTo>
                    <a:pt x="10999089" y="0"/>
                    <a:pt x="11006582" y="7620"/>
                    <a:pt x="11006582" y="16891"/>
                  </a:cubicBezTo>
                  <a:lnTo>
                    <a:pt x="11006582" y="2089531"/>
                  </a:lnTo>
                  <a:cubicBezTo>
                    <a:pt x="11006582" y="2098929"/>
                    <a:pt x="10998962" y="2106422"/>
                    <a:pt x="10989691" y="2106422"/>
                  </a:cubicBezTo>
                  <a:lnTo>
                    <a:pt x="16891" y="2106422"/>
                  </a:lnTo>
                  <a:cubicBezTo>
                    <a:pt x="7493" y="2106422"/>
                    <a:pt x="0" y="2098802"/>
                    <a:pt x="0" y="2089531"/>
                  </a:cubicBezTo>
                  <a:lnTo>
                    <a:pt x="0" y="16891"/>
                  </a:lnTo>
                  <a:cubicBezTo>
                    <a:pt x="0" y="7620"/>
                    <a:pt x="7620" y="0"/>
                    <a:pt x="16891" y="0"/>
                  </a:cubicBezTo>
                  <a:moveTo>
                    <a:pt x="16891" y="33909"/>
                  </a:moveTo>
                  <a:lnTo>
                    <a:pt x="16891" y="16891"/>
                  </a:lnTo>
                  <a:lnTo>
                    <a:pt x="33909" y="16891"/>
                  </a:lnTo>
                  <a:lnTo>
                    <a:pt x="33909" y="2089531"/>
                  </a:lnTo>
                  <a:lnTo>
                    <a:pt x="16891" y="2089531"/>
                  </a:lnTo>
                  <a:lnTo>
                    <a:pt x="16891" y="2072640"/>
                  </a:lnTo>
                  <a:lnTo>
                    <a:pt x="10989691" y="2072640"/>
                  </a:lnTo>
                  <a:lnTo>
                    <a:pt x="10989691" y="2089531"/>
                  </a:lnTo>
                  <a:lnTo>
                    <a:pt x="10972800" y="2089531"/>
                  </a:lnTo>
                  <a:lnTo>
                    <a:pt x="10972800" y="16891"/>
                  </a:lnTo>
                  <a:lnTo>
                    <a:pt x="10989691" y="16891"/>
                  </a:lnTo>
                  <a:lnTo>
                    <a:pt x="10989691" y="33909"/>
                  </a:lnTo>
                  <a:lnTo>
                    <a:pt x="16891" y="33909"/>
                  </a:lnTo>
                  <a:close/>
                </a:path>
              </a:pathLst>
            </a:custGeom>
            <a:solidFill>
              <a:srgbClr val="0891B2"/>
            </a:solidFill>
          </p:spPr>
        </p:sp>
      </p:grpSp>
      <p:grpSp>
        <p:nvGrpSpPr>
          <p:cNvPr id="1683480815" name="Group 107"/>
          <p:cNvGrpSpPr/>
          <p:nvPr/>
        </p:nvGrpSpPr>
        <p:grpSpPr bwMode="auto">
          <a:xfrm rot="0">
            <a:off x="9314183" y="7723127"/>
            <a:ext cx="8255003" cy="610619"/>
            <a:chOff x="0" y="0"/>
            <a:chExt cx="11006671" cy="814159"/>
          </a:xfrm>
        </p:grpSpPr>
        <p:sp>
          <p:nvSpPr>
            <p:cNvPr id="108" name="Freeform 108"/>
            <p:cNvSpPr/>
            <p:nvPr/>
          </p:nvSpPr>
          <p:spPr bwMode="auto">
            <a:xfrm rot="0" flipH="0" flipV="0">
              <a:off x="16891" y="16891"/>
              <a:ext cx="10972800" cy="780288"/>
            </a:xfrm>
            <a:custGeom>
              <a:avLst/>
              <a:gdLst/>
              <a:ahLst/>
              <a:cxnLst/>
              <a:rect l="l" t="t" r="r" b="b"/>
              <a:pathLst>
                <a:path w="10972800" h="780288" fill="norm" stroke="1" extrusionOk="0">
                  <a:moveTo>
                    <a:pt x="0" y="0"/>
                  </a:moveTo>
                  <a:lnTo>
                    <a:pt x="10972800" y="0"/>
                  </a:lnTo>
                  <a:lnTo>
                    <a:pt x="10972800" y="780288"/>
                  </a:lnTo>
                  <a:lnTo>
                    <a:pt x="0" y="780288"/>
                  </a:lnTo>
                  <a:close/>
                </a:path>
              </a:pathLst>
            </a:custGeom>
            <a:solidFill>
              <a:srgbClr val="0891B2"/>
            </a:solidFill>
          </p:spPr>
        </p:sp>
        <p:sp>
          <p:nvSpPr>
            <p:cNvPr id="109" name="Freeform 109"/>
            <p:cNvSpPr/>
            <p:nvPr/>
          </p:nvSpPr>
          <p:spPr bwMode="auto">
            <a:xfrm rot="0" flipH="0" flipV="0">
              <a:off x="0" y="0"/>
              <a:ext cx="11006582" cy="814072"/>
            </a:xfrm>
            <a:custGeom>
              <a:avLst/>
              <a:gdLst/>
              <a:ahLst/>
              <a:cxnLst/>
              <a:rect l="l" t="t" r="r" b="b"/>
              <a:pathLst>
                <a:path w="11006582" h="814072" fill="norm" stroke="1" extrusionOk="0">
                  <a:moveTo>
                    <a:pt x="16891" y="0"/>
                  </a:moveTo>
                  <a:lnTo>
                    <a:pt x="10989691" y="0"/>
                  </a:lnTo>
                  <a:cubicBezTo>
                    <a:pt x="10999089" y="0"/>
                    <a:pt x="11006582" y="7620"/>
                    <a:pt x="11006582" y="16891"/>
                  </a:cubicBezTo>
                  <a:lnTo>
                    <a:pt x="11006582" y="797179"/>
                  </a:lnTo>
                  <a:cubicBezTo>
                    <a:pt x="11006582" y="806577"/>
                    <a:pt x="10998962" y="814070"/>
                    <a:pt x="10989691" y="814070"/>
                  </a:cubicBezTo>
                  <a:lnTo>
                    <a:pt x="16891" y="814070"/>
                  </a:lnTo>
                  <a:cubicBezTo>
                    <a:pt x="7620" y="814197"/>
                    <a:pt x="0" y="806577"/>
                    <a:pt x="0" y="797179"/>
                  </a:cubicBezTo>
                  <a:lnTo>
                    <a:pt x="0" y="16891"/>
                  </a:lnTo>
                  <a:cubicBezTo>
                    <a:pt x="0" y="7620"/>
                    <a:pt x="7620" y="0"/>
                    <a:pt x="16891" y="0"/>
                  </a:cubicBezTo>
                  <a:moveTo>
                    <a:pt x="16891" y="33909"/>
                  </a:moveTo>
                  <a:lnTo>
                    <a:pt x="16891" y="16891"/>
                  </a:lnTo>
                  <a:lnTo>
                    <a:pt x="33909" y="16891"/>
                  </a:lnTo>
                  <a:lnTo>
                    <a:pt x="33909" y="797179"/>
                  </a:lnTo>
                  <a:lnTo>
                    <a:pt x="16891" y="797179"/>
                  </a:lnTo>
                  <a:lnTo>
                    <a:pt x="16891" y="780288"/>
                  </a:lnTo>
                  <a:lnTo>
                    <a:pt x="10989691" y="780288"/>
                  </a:lnTo>
                  <a:lnTo>
                    <a:pt x="10989691" y="797179"/>
                  </a:lnTo>
                  <a:lnTo>
                    <a:pt x="10972800" y="797179"/>
                  </a:lnTo>
                  <a:lnTo>
                    <a:pt x="10972800" y="16891"/>
                  </a:lnTo>
                  <a:lnTo>
                    <a:pt x="10989691" y="16891"/>
                  </a:lnTo>
                  <a:lnTo>
                    <a:pt x="10989691" y="33909"/>
                  </a:lnTo>
                  <a:lnTo>
                    <a:pt x="16891" y="33909"/>
                  </a:lnTo>
                  <a:close/>
                </a:path>
              </a:pathLst>
            </a:custGeom>
            <a:solidFill>
              <a:srgbClr val="0891B2"/>
            </a:solidFill>
          </p:spPr>
        </p:sp>
      </p:grpSp>
      <p:grpSp>
        <p:nvGrpSpPr>
          <p:cNvPr id="237708685" name="Group 110"/>
          <p:cNvGrpSpPr/>
          <p:nvPr/>
        </p:nvGrpSpPr>
        <p:grpSpPr bwMode="auto">
          <a:xfrm rot="0">
            <a:off x="9418320" y="7735823"/>
            <a:ext cx="8046720" cy="585216"/>
            <a:chOff x="0" y="0"/>
            <a:chExt cx="10728960" cy="780288"/>
          </a:xfrm>
        </p:grpSpPr>
        <p:sp>
          <p:nvSpPr>
            <p:cNvPr id="111" name="Freeform 111"/>
            <p:cNvSpPr/>
            <p:nvPr/>
          </p:nvSpPr>
          <p:spPr bwMode="auto">
            <a:xfrm rot="0" flipH="0" flipV="0">
              <a:off x="0" y="0"/>
              <a:ext cx="10728960" cy="780288"/>
            </a:xfrm>
            <a:custGeom>
              <a:avLst/>
              <a:gdLst/>
              <a:ahLst/>
              <a:cxnLst/>
              <a:rect l="l" t="t" r="r" b="b"/>
              <a:pathLst>
                <a:path w="10728960" h="780288" fill="norm" stroke="1" extrusionOk="0">
                  <a:moveTo>
                    <a:pt x="0" y="0"/>
                  </a:moveTo>
                  <a:lnTo>
                    <a:pt x="10728960" y="0"/>
                  </a:lnTo>
                  <a:lnTo>
                    <a:pt x="10728960" y="780288"/>
                  </a:lnTo>
                  <a:lnTo>
                    <a:pt x="0" y="780288"/>
                  </a:lnTo>
                  <a:close/>
                </a:path>
              </a:pathLst>
            </a:custGeom>
            <a:blipFill rotWithShape="1">
              <a:blip r:embed="rId3">
                <a:alphaModFix amt="0"/>
              </a:blip>
              <a:stretch>
                <a:fillRect l="0" t="-217919" r="0" b="-217918"/>
              </a:stretch>
            </a:blipFill>
          </p:spPr>
        </p:sp>
        <p:sp>
          <p:nvSpPr>
            <p:cNvPr id="112" name="TextBox 112"/>
            <p:cNvSpPr txBox="1"/>
            <p:nvPr/>
          </p:nvSpPr>
          <p:spPr bwMode="auto">
            <a:xfrm>
              <a:off x="0" y="-38100"/>
              <a:ext cx="10728960" cy="818388"/>
            </a:xfrm>
            <a:prstGeom prst="rect">
              <a:avLst/>
            </a:prstGeom>
            <a:grpFill/>
          </p:spPr>
          <p:txBody>
            <a:bodyPr lIns="0" tIns="0" rIns="0" bIns="0" rtlCol="0" anchor="ctr"/>
            <a:lstStyle/>
            <a:p>
              <a:pPr algn="l">
                <a:lnSpc>
                  <a:spcPts val="2879"/>
                </a:lnSpc>
                <a:defRPr/>
              </a:pPr>
              <a:r>
                <a:rPr lang="en-US" sz="2400" b="1">
                  <a:solidFill>
                    <a:srgbClr val="FFFFFF"/>
                  </a:solidFill>
                  <a:latin typeface="Calibri (MS) Bold"/>
                  <a:ea typeface="Calibri (MS) Bold"/>
                  <a:cs typeface="Calibri (MS) Bold"/>
                </a:rPr>
                <a:t>Messages</a:t>
              </a:r>
              <a:endParaRPr/>
            </a:p>
          </p:txBody>
        </p:sp>
      </p:grpSp>
      <p:sp>
        <p:nvSpPr>
          <p:cNvPr id="1706184426" name="TextBox 113"/>
          <p:cNvSpPr txBox="1"/>
          <p:nvPr/>
        </p:nvSpPr>
        <p:spPr bwMode="auto">
          <a:xfrm rot="0">
            <a:off x="9509760" y="8346948"/>
            <a:ext cx="7863840" cy="824484"/>
          </a:xfrm>
          <a:prstGeom prst="rect">
            <a:avLst/>
          </a:prstGeom>
        </p:spPr>
        <p:txBody>
          <a:bodyPr lIns="0" tIns="0" rIns="0" bIns="0" rtlCol="0" anchor="t">
            <a:spAutoFit/>
          </a:bodyPr>
          <a:lstStyle/>
          <a:p>
            <a:pPr algn="l">
              <a:lnSpc>
                <a:spcPts val="2400"/>
              </a:lnSpc>
              <a:defRPr/>
            </a:pPr>
            <a:r>
              <a:rPr lang="en-US" sz="2000" i="1">
                <a:solidFill>
                  <a:srgbClr val="64748B"/>
                </a:solidFill>
                <a:latin typeface="Calibri (MS) Italics"/>
                <a:ea typeface="Calibri (MS) Italics"/>
                <a:cs typeface="Calibri (MS) Italics"/>
              </a:rPr>
              <a:t>id, sender_id, receiver_id, item_id, content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0F9FF"/>
        </a:solidFill>
      </p:bgPr>
    </p:bg>
    <p:spTree>
      <p:nvGrpSpPr>
        <p:cNvPr id="1" name=""/>
        <p:cNvGrpSpPr/>
        <p:nvPr/>
      </p:nvGrpSpPr>
      <p:grpSpPr bwMode="auto">
        <a:xfrm>
          <a:off x="0" y="0"/>
          <a:ext cx="0" cy="0"/>
          <a:chOff x="0" y="0"/>
          <a:chExt cx="0" cy="0"/>
        </a:xfrm>
      </p:grpSpPr>
      <p:grpSp>
        <p:nvGrpSpPr>
          <p:cNvPr id="779130008" name="Group 2"/>
          <p:cNvGrpSpPr/>
          <p:nvPr/>
        </p:nvGrpSpPr>
        <p:grpSpPr bwMode="auto">
          <a:xfrm rot="0">
            <a:off x="-12697" y="-12697"/>
            <a:ext cx="18313403" cy="1397003"/>
            <a:chOff x="0" y="0"/>
            <a:chExt cx="24417871" cy="1862671"/>
          </a:xfrm>
        </p:grpSpPr>
        <p:sp>
          <p:nvSpPr>
            <p:cNvPr id="3" name="Freeform 3"/>
            <p:cNvSpPr/>
            <p:nvPr/>
          </p:nvSpPr>
          <p:spPr bwMode="auto">
            <a:xfrm rot="0" flipH="0" flipV="0">
              <a:off x="16891" y="16891"/>
              <a:ext cx="24383999" cy="1828800"/>
            </a:xfrm>
            <a:custGeom>
              <a:avLst/>
              <a:gdLst/>
              <a:ahLst/>
              <a:cxnLst/>
              <a:rect l="l" t="t" r="r" b="b"/>
              <a:pathLst>
                <a:path w="24383999" h="1828800" fill="norm" stroke="1" extrusionOk="0">
                  <a:moveTo>
                    <a:pt x="0" y="0"/>
                  </a:moveTo>
                  <a:lnTo>
                    <a:pt x="24383999" y="0"/>
                  </a:lnTo>
                  <a:lnTo>
                    <a:pt x="24383999" y="1828800"/>
                  </a:lnTo>
                  <a:lnTo>
                    <a:pt x="0" y="1828800"/>
                  </a:lnTo>
                  <a:close/>
                </a:path>
              </a:pathLst>
            </a:custGeom>
            <a:solidFill>
              <a:srgbClr val="1A2E4A"/>
            </a:solidFill>
          </p:spPr>
        </p:sp>
        <p:sp>
          <p:nvSpPr>
            <p:cNvPr id="4" name="Freeform 4"/>
            <p:cNvSpPr/>
            <p:nvPr/>
          </p:nvSpPr>
          <p:spPr bwMode="auto">
            <a:xfrm rot="0" flipH="0" flipV="0">
              <a:off x="0" y="0"/>
              <a:ext cx="24417782" cy="1862582"/>
            </a:xfrm>
            <a:custGeom>
              <a:avLst/>
              <a:gdLst/>
              <a:ahLst/>
              <a:cxnLst/>
              <a:rect l="l" t="t" r="r" b="b"/>
              <a:pathLst>
                <a:path w="24417782" h="1862582" fill="norm" stroke="1" extrusionOk="0">
                  <a:moveTo>
                    <a:pt x="16891" y="0"/>
                  </a:moveTo>
                  <a:lnTo>
                    <a:pt x="24400890" y="0"/>
                  </a:lnTo>
                  <a:cubicBezTo>
                    <a:pt x="24410290" y="0"/>
                    <a:pt x="24417782" y="7620"/>
                    <a:pt x="24417782" y="16891"/>
                  </a:cubicBezTo>
                  <a:lnTo>
                    <a:pt x="24417782" y="1845691"/>
                  </a:lnTo>
                  <a:cubicBezTo>
                    <a:pt x="24417782" y="1855089"/>
                    <a:pt x="24410163" y="1862582"/>
                    <a:pt x="24400890"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4400890" y="1828800"/>
                  </a:lnTo>
                  <a:lnTo>
                    <a:pt x="24400890" y="1845691"/>
                  </a:lnTo>
                  <a:lnTo>
                    <a:pt x="24384000" y="1845691"/>
                  </a:lnTo>
                  <a:lnTo>
                    <a:pt x="24384000" y="16891"/>
                  </a:lnTo>
                  <a:lnTo>
                    <a:pt x="24400890" y="16891"/>
                  </a:lnTo>
                  <a:lnTo>
                    <a:pt x="24400890" y="33909"/>
                  </a:lnTo>
                  <a:lnTo>
                    <a:pt x="16891" y="33909"/>
                  </a:lnTo>
                  <a:close/>
                </a:path>
              </a:pathLst>
            </a:custGeom>
            <a:solidFill>
              <a:srgbClr val="1A2E4A"/>
            </a:solidFill>
          </p:spPr>
        </p:sp>
      </p:grpSp>
      <p:grpSp>
        <p:nvGrpSpPr>
          <p:cNvPr id="862272064" name="Group 5"/>
          <p:cNvGrpSpPr/>
          <p:nvPr/>
        </p:nvGrpSpPr>
        <p:grpSpPr bwMode="auto">
          <a:xfrm rot="0">
            <a:off x="731520" y="0"/>
            <a:ext cx="16824960" cy="1371600"/>
            <a:chOff x="0" y="0"/>
            <a:chExt cx="22433280" cy="1828800"/>
          </a:xfrm>
        </p:grpSpPr>
        <p:sp>
          <p:nvSpPr>
            <p:cNvPr id="6" name="Freeform 6"/>
            <p:cNvSpPr/>
            <p:nvPr/>
          </p:nvSpPr>
          <p:spPr bwMode="auto">
            <a:xfrm rot="0" flipH="0" flipV="0">
              <a:off x="0" y="0"/>
              <a:ext cx="22433280" cy="1828800"/>
            </a:xfrm>
            <a:custGeom>
              <a:avLst/>
              <a:gdLst/>
              <a:ahLst/>
              <a:cxnLst/>
              <a:rect l="l" t="t" r="r" b="b"/>
              <a:pathLst>
                <a:path w="22433280" h="1828800" fill="norm" stroke="1" extrusionOk="0">
                  <a:moveTo>
                    <a:pt x="0" y="0"/>
                  </a:moveTo>
                  <a:lnTo>
                    <a:pt x="22433280" y="0"/>
                  </a:lnTo>
                  <a:lnTo>
                    <a:pt x="22433280" y="1828800"/>
                  </a:lnTo>
                  <a:lnTo>
                    <a:pt x="0" y="1828800"/>
                  </a:lnTo>
                  <a:close/>
                </a:path>
              </a:pathLst>
            </a:custGeom>
            <a:blipFill rotWithShape="1">
              <a:blip r:embed="rId3">
                <a:alphaModFix amt="0"/>
              </a:blip>
              <a:stretch>
                <a:fillRect l="0" t="-189016" r="0" b="-189015"/>
              </a:stretch>
            </a:blipFill>
          </p:spPr>
        </p:sp>
        <p:sp>
          <p:nvSpPr>
            <p:cNvPr id="7" name="TextBox 7"/>
            <p:cNvSpPr txBox="1"/>
            <p:nvPr/>
          </p:nvSpPr>
          <p:spPr bwMode="auto">
            <a:xfrm>
              <a:off x="0" y="-76200"/>
              <a:ext cx="22433280" cy="1905000"/>
            </a:xfrm>
            <a:prstGeom prst="rect">
              <a:avLst/>
            </a:prstGeom>
            <a:grpFill/>
          </p:spPr>
          <p:txBody>
            <a:bodyPr lIns="0" tIns="0" rIns="0" bIns="0" rtlCol="0" anchor="ctr"/>
            <a:lstStyle/>
            <a:p>
              <a:pPr algn="l">
                <a:lnSpc>
                  <a:spcPts val="5280"/>
                </a:lnSpc>
                <a:defRPr/>
              </a:pPr>
              <a:r>
                <a:rPr lang="en-US" sz="4400" b="1">
                  <a:solidFill>
                    <a:srgbClr val="FFFFFF"/>
                  </a:solidFill>
                  <a:latin typeface="Calibri (MS) Bold"/>
                  <a:ea typeface="Calibri (MS) Bold"/>
                  <a:cs typeface="Calibri (MS) Bold"/>
                </a:rPr>
                <a:t>07  Results &amp; Discussion</a:t>
              </a:r>
              <a:endParaRPr/>
            </a:p>
          </p:txBody>
        </p:sp>
      </p:grpSp>
      <p:grpSp>
        <p:nvGrpSpPr>
          <p:cNvPr id="964215494" name="Group 8"/>
          <p:cNvGrpSpPr/>
          <p:nvPr/>
        </p:nvGrpSpPr>
        <p:grpSpPr bwMode="auto">
          <a:xfrm rot="0">
            <a:off x="718823" y="1633223"/>
            <a:ext cx="5328923" cy="3134363"/>
            <a:chOff x="0" y="0"/>
            <a:chExt cx="7105231" cy="4179151"/>
          </a:xfrm>
        </p:grpSpPr>
        <p:sp>
          <p:nvSpPr>
            <p:cNvPr id="9" name="Freeform 9"/>
            <p:cNvSpPr/>
            <p:nvPr/>
          </p:nvSpPr>
          <p:spPr bwMode="auto">
            <a:xfrm rot="0" flipH="0" flipV="0">
              <a:off x="16891" y="16891"/>
              <a:ext cx="7071360" cy="4145280"/>
            </a:xfrm>
            <a:custGeom>
              <a:avLst/>
              <a:gdLst/>
              <a:ahLst/>
              <a:cxnLst/>
              <a:rect l="l" t="t" r="r" b="b"/>
              <a:pathLst>
                <a:path w="7071360" h="4145280" fill="norm" stroke="1" extrusionOk="0">
                  <a:moveTo>
                    <a:pt x="0" y="0"/>
                  </a:moveTo>
                  <a:lnTo>
                    <a:pt x="7071360" y="0"/>
                  </a:lnTo>
                  <a:lnTo>
                    <a:pt x="7071360" y="4145280"/>
                  </a:lnTo>
                  <a:lnTo>
                    <a:pt x="0" y="4145280"/>
                  </a:lnTo>
                  <a:close/>
                </a:path>
              </a:pathLst>
            </a:custGeom>
            <a:solidFill>
              <a:srgbClr val="1A2E4A"/>
            </a:solidFill>
          </p:spPr>
        </p:sp>
        <p:sp>
          <p:nvSpPr>
            <p:cNvPr id="10" name="Freeform 10"/>
            <p:cNvSpPr/>
            <p:nvPr/>
          </p:nvSpPr>
          <p:spPr bwMode="auto">
            <a:xfrm rot="0" flipH="0" flipV="0">
              <a:off x="0" y="0"/>
              <a:ext cx="7105142" cy="4179062"/>
            </a:xfrm>
            <a:custGeom>
              <a:avLst/>
              <a:gdLst/>
              <a:ahLst/>
              <a:cxnLst/>
              <a:rect l="l" t="t" r="r" b="b"/>
              <a:pathLst>
                <a:path w="7105142" h="4179062" fill="norm" stroke="1" extrusionOk="0">
                  <a:moveTo>
                    <a:pt x="16891" y="0"/>
                  </a:moveTo>
                  <a:lnTo>
                    <a:pt x="7088251" y="0"/>
                  </a:lnTo>
                  <a:cubicBezTo>
                    <a:pt x="7097649" y="0"/>
                    <a:pt x="7105142" y="7620"/>
                    <a:pt x="7105142" y="16891"/>
                  </a:cubicBezTo>
                  <a:lnTo>
                    <a:pt x="7105142" y="4162171"/>
                  </a:lnTo>
                  <a:cubicBezTo>
                    <a:pt x="7105142" y="4171569"/>
                    <a:pt x="7097522" y="4179062"/>
                    <a:pt x="7088251" y="4179062"/>
                  </a:cubicBezTo>
                  <a:lnTo>
                    <a:pt x="16891" y="4179062"/>
                  </a:lnTo>
                  <a:cubicBezTo>
                    <a:pt x="7493" y="4179062"/>
                    <a:pt x="0" y="4171442"/>
                    <a:pt x="0" y="4162171"/>
                  </a:cubicBezTo>
                  <a:lnTo>
                    <a:pt x="0" y="16891"/>
                  </a:lnTo>
                  <a:cubicBezTo>
                    <a:pt x="0" y="7620"/>
                    <a:pt x="7620" y="0"/>
                    <a:pt x="16891" y="0"/>
                  </a:cubicBezTo>
                  <a:moveTo>
                    <a:pt x="16891" y="33909"/>
                  </a:moveTo>
                  <a:lnTo>
                    <a:pt x="16891" y="16891"/>
                  </a:lnTo>
                  <a:lnTo>
                    <a:pt x="33909" y="16891"/>
                  </a:lnTo>
                  <a:lnTo>
                    <a:pt x="33909" y="4162171"/>
                  </a:lnTo>
                  <a:lnTo>
                    <a:pt x="16891" y="4162171"/>
                  </a:lnTo>
                  <a:lnTo>
                    <a:pt x="16891" y="4145280"/>
                  </a:lnTo>
                  <a:lnTo>
                    <a:pt x="7088251" y="4145280"/>
                  </a:lnTo>
                  <a:lnTo>
                    <a:pt x="7088251" y="4162171"/>
                  </a:lnTo>
                  <a:lnTo>
                    <a:pt x="7071360" y="4162171"/>
                  </a:lnTo>
                  <a:lnTo>
                    <a:pt x="7071360" y="16891"/>
                  </a:lnTo>
                  <a:lnTo>
                    <a:pt x="7088251" y="16891"/>
                  </a:lnTo>
                  <a:lnTo>
                    <a:pt x="7088251" y="33909"/>
                  </a:lnTo>
                  <a:lnTo>
                    <a:pt x="16891" y="33909"/>
                  </a:lnTo>
                  <a:close/>
                </a:path>
              </a:pathLst>
            </a:custGeom>
            <a:solidFill>
              <a:srgbClr val="1A2E4A"/>
            </a:solidFill>
          </p:spPr>
        </p:sp>
      </p:grpSp>
      <p:grpSp>
        <p:nvGrpSpPr>
          <p:cNvPr id="1110629878" name="Group 11"/>
          <p:cNvGrpSpPr/>
          <p:nvPr/>
        </p:nvGrpSpPr>
        <p:grpSpPr bwMode="auto">
          <a:xfrm rot="0">
            <a:off x="731520" y="1737360"/>
            <a:ext cx="5303520" cy="1280160"/>
            <a:chOff x="0" y="0"/>
            <a:chExt cx="7071360" cy="1706880"/>
          </a:xfrm>
        </p:grpSpPr>
        <p:sp>
          <p:nvSpPr>
            <p:cNvPr id="12" name="Freeform 12"/>
            <p:cNvSpPr/>
            <p:nvPr/>
          </p:nvSpPr>
          <p:spPr bwMode="auto">
            <a:xfrm rot="0" flipH="0" flipV="0">
              <a:off x="0" y="0"/>
              <a:ext cx="7071360" cy="1706880"/>
            </a:xfrm>
            <a:custGeom>
              <a:avLst/>
              <a:gdLst/>
              <a:ahLst/>
              <a:cxnLst/>
              <a:rect l="l" t="t" r="r" b="b"/>
              <a:pathLst>
                <a:path w="7071360" h="1706880" fill="norm" stroke="1" extrusionOk="0">
                  <a:moveTo>
                    <a:pt x="0" y="0"/>
                  </a:moveTo>
                  <a:lnTo>
                    <a:pt x="7071360" y="0"/>
                  </a:lnTo>
                  <a:lnTo>
                    <a:pt x="7071360" y="1706880"/>
                  </a:lnTo>
                  <a:lnTo>
                    <a:pt x="0" y="1706880"/>
                  </a:lnTo>
                  <a:close/>
                </a:path>
              </a:pathLst>
            </a:custGeom>
            <a:blipFill rotWithShape="1">
              <a:blip r:embed="rId3">
                <a:alphaModFix amt="0"/>
              </a:blip>
              <a:stretch>
                <a:fillRect l="0" t="-30723" r="0" b="-30723"/>
              </a:stretch>
            </a:blipFill>
          </p:spPr>
        </p:sp>
        <p:sp>
          <p:nvSpPr>
            <p:cNvPr id="13" name="TextBox 13"/>
            <p:cNvSpPr txBox="1"/>
            <p:nvPr/>
          </p:nvSpPr>
          <p:spPr bwMode="auto">
            <a:xfrm>
              <a:off x="0" y="-114300"/>
              <a:ext cx="7071360" cy="1821180"/>
            </a:xfrm>
            <a:prstGeom prst="rect">
              <a:avLst/>
            </a:prstGeom>
            <a:grpFill/>
          </p:spPr>
          <p:txBody>
            <a:bodyPr lIns="0" tIns="0" rIns="0" bIns="0" rtlCol="0" anchor="ctr"/>
            <a:lstStyle/>
            <a:p>
              <a:pPr algn="ctr">
                <a:lnSpc>
                  <a:spcPts val="6719"/>
                </a:lnSpc>
                <a:defRPr/>
              </a:pPr>
              <a:r>
                <a:rPr lang="en-US" sz="5600" b="1">
                  <a:solidFill>
                    <a:srgbClr val="0891B2"/>
                  </a:solidFill>
                  <a:latin typeface="Calibri (MS) Bold"/>
                  <a:ea typeface="Calibri (MS) Bold"/>
                  <a:cs typeface="Calibri (MS) Bold"/>
                </a:rPr>
                <a:t>100%</a:t>
              </a:r>
              <a:endParaRPr/>
            </a:p>
          </p:txBody>
        </p:sp>
      </p:grpSp>
      <p:grpSp>
        <p:nvGrpSpPr>
          <p:cNvPr id="1968828072" name="Group 14"/>
          <p:cNvGrpSpPr/>
          <p:nvPr/>
        </p:nvGrpSpPr>
        <p:grpSpPr bwMode="auto">
          <a:xfrm rot="0">
            <a:off x="731520" y="2980944"/>
            <a:ext cx="5303520" cy="694944"/>
            <a:chOff x="0" y="0"/>
            <a:chExt cx="7071360" cy="926592"/>
          </a:xfrm>
        </p:grpSpPr>
        <p:sp>
          <p:nvSpPr>
            <p:cNvPr id="15" name="Freeform 15"/>
            <p:cNvSpPr/>
            <p:nvPr/>
          </p:nvSpPr>
          <p:spPr bwMode="auto">
            <a:xfrm rot="0" flipH="0" flipV="0">
              <a:off x="0" y="0"/>
              <a:ext cx="7071360" cy="926592"/>
            </a:xfrm>
            <a:custGeom>
              <a:avLst/>
              <a:gdLst/>
              <a:ahLst/>
              <a:cxnLst/>
              <a:rect l="l" t="t" r="r" b="b"/>
              <a:pathLst>
                <a:path w="7071360" h="926592" fill="norm" stroke="1" extrusionOk="0">
                  <a:moveTo>
                    <a:pt x="0" y="0"/>
                  </a:moveTo>
                  <a:lnTo>
                    <a:pt x="7071360" y="0"/>
                  </a:lnTo>
                  <a:lnTo>
                    <a:pt x="7071360" y="926592"/>
                  </a:lnTo>
                  <a:lnTo>
                    <a:pt x="0" y="926592"/>
                  </a:lnTo>
                  <a:close/>
                </a:path>
              </a:pathLst>
            </a:custGeom>
            <a:blipFill rotWithShape="1">
              <a:blip r:embed="rId3">
                <a:alphaModFix amt="0"/>
              </a:blip>
              <a:stretch>
                <a:fillRect l="0" t="-98701" r="0" b="-98701"/>
              </a:stretch>
            </a:blipFill>
          </p:spPr>
        </p:sp>
        <p:sp>
          <p:nvSpPr>
            <p:cNvPr id="16" name="TextBox 16"/>
            <p:cNvSpPr txBox="1"/>
            <p:nvPr/>
          </p:nvSpPr>
          <p:spPr bwMode="auto">
            <a:xfrm>
              <a:off x="0" y="-38100"/>
              <a:ext cx="7071360" cy="964692"/>
            </a:xfrm>
            <a:prstGeom prst="rect">
              <a:avLst/>
            </a:prstGeom>
            <a:grpFill/>
          </p:spPr>
          <p:txBody>
            <a:bodyPr lIns="0" tIns="0" rIns="0" bIns="0" rtlCol="0" anchor="ctr"/>
            <a:lstStyle/>
            <a:p>
              <a:pPr algn="ctr">
                <a:lnSpc>
                  <a:spcPts val="2879"/>
                </a:lnSpc>
                <a:defRPr/>
              </a:pPr>
              <a:r>
                <a:rPr lang="en-US" sz="2400" b="1">
                  <a:solidFill>
                    <a:srgbClr val="FFFFFF"/>
                  </a:solidFill>
                  <a:latin typeface="Calibri (MS) Bold"/>
                  <a:ea typeface="Calibri (MS) Bold"/>
                  <a:cs typeface="Calibri (MS) Bold"/>
                </a:rPr>
                <a:t>Features Implemented</a:t>
              </a:r>
              <a:endParaRPr/>
            </a:p>
          </p:txBody>
        </p:sp>
      </p:grpSp>
      <p:grpSp>
        <p:nvGrpSpPr>
          <p:cNvPr id="393358229" name="Group 17"/>
          <p:cNvGrpSpPr/>
          <p:nvPr/>
        </p:nvGrpSpPr>
        <p:grpSpPr bwMode="auto">
          <a:xfrm rot="0">
            <a:off x="731520" y="3639312"/>
            <a:ext cx="5303520" cy="914400"/>
            <a:chOff x="0" y="0"/>
            <a:chExt cx="7071360" cy="1219200"/>
          </a:xfrm>
        </p:grpSpPr>
        <p:sp>
          <p:nvSpPr>
            <p:cNvPr id="18" name="Freeform 18"/>
            <p:cNvSpPr/>
            <p:nvPr/>
          </p:nvSpPr>
          <p:spPr bwMode="auto">
            <a:xfrm rot="0" flipH="0" flipV="0">
              <a:off x="0" y="0"/>
              <a:ext cx="7071360" cy="1219200"/>
            </a:xfrm>
            <a:custGeom>
              <a:avLst/>
              <a:gdLst/>
              <a:ahLst/>
              <a:cxnLst/>
              <a:rect l="l" t="t" r="r" b="b"/>
              <a:pathLst>
                <a:path w="7071360" h="1219200" fill="norm" stroke="1" extrusionOk="0">
                  <a:moveTo>
                    <a:pt x="0" y="0"/>
                  </a:moveTo>
                  <a:lnTo>
                    <a:pt x="7071360" y="0"/>
                  </a:lnTo>
                  <a:lnTo>
                    <a:pt x="7071360" y="1219200"/>
                  </a:lnTo>
                  <a:lnTo>
                    <a:pt x="0" y="1219200"/>
                  </a:lnTo>
                  <a:close/>
                </a:path>
              </a:pathLst>
            </a:custGeom>
            <a:blipFill rotWithShape="1">
              <a:blip r:embed="rId3">
                <a:alphaModFix amt="0"/>
              </a:blip>
              <a:stretch>
                <a:fillRect l="0" t="-63013" r="0" b="-63013"/>
              </a:stretch>
            </a:blipFill>
          </p:spPr>
        </p:sp>
        <p:sp>
          <p:nvSpPr>
            <p:cNvPr id="19" name="TextBox 19"/>
            <p:cNvSpPr txBox="1"/>
            <p:nvPr/>
          </p:nvSpPr>
          <p:spPr bwMode="auto">
            <a:xfrm>
              <a:off x="0" y="-38100"/>
              <a:ext cx="7071360" cy="1257300"/>
            </a:xfrm>
            <a:prstGeom prst="rect">
              <a:avLst/>
            </a:prstGeom>
            <a:grpFill/>
          </p:spPr>
          <p:txBody>
            <a:bodyPr lIns="0" tIns="0" rIns="0" bIns="0" rtlCol="0" anchor="ctr"/>
            <a:lstStyle/>
            <a:p>
              <a:pPr algn="ctr">
                <a:lnSpc>
                  <a:spcPts val="2400"/>
                </a:lnSpc>
                <a:defRPr/>
              </a:pPr>
              <a:r>
                <a:rPr lang="en-US" sz="2000">
                  <a:solidFill>
                    <a:srgbClr val="94A3B8"/>
                  </a:solidFill>
                  <a:latin typeface="Calibri (MS)"/>
                  <a:ea typeface="Calibri (MS)"/>
                  <a:cs typeface="Calibri (MS)"/>
                </a:rPr>
                <a:t>All planned modules working</a:t>
              </a:r>
              <a:endParaRPr/>
            </a:p>
          </p:txBody>
        </p:sp>
      </p:grpSp>
      <p:grpSp>
        <p:nvGrpSpPr>
          <p:cNvPr id="1945878969" name="Group 20"/>
          <p:cNvGrpSpPr/>
          <p:nvPr/>
        </p:nvGrpSpPr>
        <p:grpSpPr bwMode="auto">
          <a:xfrm rot="0">
            <a:off x="6479543" y="1633223"/>
            <a:ext cx="5328923" cy="3134363"/>
            <a:chOff x="0" y="0"/>
            <a:chExt cx="7105231" cy="4179151"/>
          </a:xfrm>
        </p:grpSpPr>
        <p:sp>
          <p:nvSpPr>
            <p:cNvPr id="21" name="Freeform 21"/>
            <p:cNvSpPr/>
            <p:nvPr/>
          </p:nvSpPr>
          <p:spPr bwMode="auto">
            <a:xfrm rot="0" flipH="0" flipV="0">
              <a:off x="16891" y="16891"/>
              <a:ext cx="7071360" cy="4145280"/>
            </a:xfrm>
            <a:custGeom>
              <a:avLst/>
              <a:gdLst/>
              <a:ahLst/>
              <a:cxnLst/>
              <a:rect l="l" t="t" r="r" b="b"/>
              <a:pathLst>
                <a:path w="7071360" h="4145280" fill="norm" stroke="1" extrusionOk="0">
                  <a:moveTo>
                    <a:pt x="0" y="0"/>
                  </a:moveTo>
                  <a:lnTo>
                    <a:pt x="7071360" y="0"/>
                  </a:lnTo>
                  <a:lnTo>
                    <a:pt x="7071360" y="4145280"/>
                  </a:lnTo>
                  <a:lnTo>
                    <a:pt x="0" y="4145280"/>
                  </a:lnTo>
                  <a:close/>
                </a:path>
              </a:pathLst>
            </a:custGeom>
            <a:solidFill>
              <a:srgbClr val="1A2E4A"/>
            </a:solidFill>
          </p:spPr>
        </p:sp>
        <p:sp>
          <p:nvSpPr>
            <p:cNvPr id="22" name="Freeform 22"/>
            <p:cNvSpPr/>
            <p:nvPr/>
          </p:nvSpPr>
          <p:spPr bwMode="auto">
            <a:xfrm rot="0" flipH="0" flipV="0">
              <a:off x="0" y="0"/>
              <a:ext cx="7105142" cy="4179062"/>
            </a:xfrm>
            <a:custGeom>
              <a:avLst/>
              <a:gdLst/>
              <a:ahLst/>
              <a:cxnLst/>
              <a:rect l="l" t="t" r="r" b="b"/>
              <a:pathLst>
                <a:path w="7105142" h="4179062" fill="norm" stroke="1" extrusionOk="0">
                  <a:moveTo>
                    <a:pt x="16891" y="0"/>
                  </a:moveTo>
                  <a:lnTo>
                    <a:pt x="7088251" y="0"/>
                  </a:lnTo>
                  <a:cubicBezTo>
                    <a:pt x="7097649" y="0"/>
                    <a:pt x="7105142" y="7620"/>
                    <a:pt x="7105142" y="16891"/>
                  </a:cubicBezTo>
                  <a:lnTo>
                    <a:pt x="7105142" y="4162171"/>
                  </a:lnTo>
                  <a:cubicBezTo>
                    <a:pt x="7105142" y="4171569"/>
                    <a:pt x="7097522" y="4179062"/>
                    <a:pt x="7088251" y="4179062"/>
                  </a:cubicBezTo>
                  <a:lnTo>
                    <a:pt x="16891" y="4179062"/>
                  </a:lnTo>
                  <a:cubicBezTo>
                    <a:pt x="7493" y="4179062"/>
                    <a:pt x="0" y="4171442"/>
                    <a:pt x="0" y="4162171"/>
                  </a:cubicBezTo>
                  <a:lnTo>
                    <a:pt x="0" y="16891"/>
                  </a:lnTo>
                  <a:cubicBezTo>
                    <a:pt x="0" y="7620"/>
                    <a:pt x="7620" y="0"/>
                    <a:pt x="16891" y="0"/>
                  </a:cubicBezTo>
                  <a:moveTo>
                    <a:pt x="16891" y="33909"/>
                  </a:moveTo>
                  <a:lnTo>
                    <a:pt x="16891" y="16891"/>
                  </a:lnTo>
                  <a:lnTo>
                    <a:pt x="33909" y="16891"/>
                  </a:lnTo>
                  <a:lnTo>
                    <a:pt x="33909" y="4162171"/>
                  </a:lnTo>
                  <a:lnTo>
                    <a:pt x="16891" y="4162171"/>
                  </a:lnTo>
                  <a:lnTo>
                    <a:pt x="16891" y="4145280"/>
                  </a:lnTo>
                  <a:lnTo>
                    <a:pt x="7088251" y="4145280"/>
                  </a:lnTo>
                  <a:lnTo>
                    <a:pt x="7088251" y="4162171"/>
                  </a:lnTo>
                  <a:lnTo>
                    <a:pt x="7071360" y="4162171"/>
                  </a:lnTo>
                  <a:lnTo>
                    <a:pt x="7071360" y="16891"/>
                  </a:lnTo>
                  <a:lnTo>
                    <a:pt x="7088251" y="16891"/>
                  </a:lnTo>
                  <a:lnTo>
                    <a:pt x="7088251" y="33909"/>
                  </a:lnTo>
                  <a:lnTo>
                    <a:pt x="16891" y="33909"/>
                  </a:lnTo>
                  <a:close/>
                </a:path>
              </a:pathLst>
            </a:custGeom>
            <a:solidFill>
              <a:srgbClr val="1A2E4A"/>
            </a:solidFill>
          </p:spPr>
        </p:sp>
      </p:grpSp>
      <p:grpSp>
        <p:nvGrpSpPr>
          <p:cNvPr id="1976258874" name="Group 23"/>
          <p:cNvGrpSpPr/>
          <p:nvPr/>
        </p:nvGrpSpPr>
        <p:grpSpPr bwMode="auto">
          <a:xfrm rot="0">
            <a:off x="6492240" y="1737360"/>
            <a:ext cx="5303520" cy="1280160"/>
            <a:chOff x="0" y="0"/>
            <a:chExt cx="7071360" cy="1706880"/>
          </a:xfrm>
        </p:grpSpPr>
        <p:sp>
          <p:nvSpPr>
            <p:cNvPr id="24" name="Freeform 24"/>
            <p:cNvSpPr/>
            <p:nvPr/>
          </p:nvSpPr>
          <p:spPr bwMode="auto">
            <a:xfrm rot="0" flipH="0" flipV="0">
              <a:off x="0" y="0"/>
              <a:ext cx="7071360" cy="1706880"/>
            </a:xfrm>
            <a:custGeom>
              <a:avLst/>
              <a:gdLst/>
              <a:ahLst/>
              <a:cxnLst/>
              <a:rect l="l" t="t" r="r" b="b"/>
              <a:pathLst>
                <a:path w="7071360" h="1706880" fill="norm" stroke="1" extrusionOk="0">
                  <a:moveTo>
                    <a:pt x="0" y="0"/>
                  </a:moveTo>
                  <a:lnTo>
                    <a:pt x="7071360" y="0"/>
                  </a:lnTo>
                  <a:lnTo>
                    <a:pt x="7071360" y="1706880"/>
                  </a:lnTo>
                  <a:lnTo>
                    <a:pt x="0" y="1706880"/>
                  </a:lnTo>
                  <a:close/>
                </a:path>
              </a:pathLst>
            </a:custGeom>
            <a:blipFill rotWithShape="1">
              <a:blip r:embed="rId3">
                <a:alphaModFix amt="0"/>
              </a:blip>
              <a:stretch>
                <a:fillRect l="0" t="-30723" r="0" b="-30723"/>
              </a:stretch>
            </a:blipFill>
          </p:spPr>
        </p:sp>
        <p:sp>
          <p:nvSpPr>
            <p:cNvPr id="25" name="TextBox 25"/>
            <p:cNvSpPr txBox="1"/>
            <p:nvPr/>
          </p:nvSpPr>
          <p:spPr bwMode="auto">
            <a:xfrm>
              <a:off x="0" y="-114300"/>
              <a:ext cx="7071360" cy="1821180"/>
            </a:xfrm>
            <a:prstGeom prst="rect">
              <a:avLst/>
            </a:prstGeom>
            <a:grpFill/>
          </p:spPr>
          <p:txBody>
            <a:bodyPr lIns="0" tIns="0" rIns="0" bIns="0" rtlCol="0" anchor="ctr"/>
            <a:lstStyle/>
            <a:p>
              <a:pPr algn="ctr">
                <a:lnSpc>
                  <a:spcPts val="6719"/>
                </a:lnSpc>
                <a:defRPr/>
              </a:pPr>
              <a:r>
                <a:rPr lang="en-US" sz="5600" b="1">
                  <a:solidFill>
                    <a:srgbClr val="0891B2"/>
                  </a:solidFill>
                  <a:latin typeface="Calibri (MS) Bold"/>
                  <a:ea typeface="Calibri (MS) Bold"/>
                  <a:cs typeface="Calibri (MS) Bold"/>
                </a:rPr>
                <a:t>~3 sec</a:t>
              </a:r>
              <a:endParaRPr/>
            </a:p>
          </p:txBody>
        </p:sp>
      </p:grpSp>
      <p:grpSp>
        <p:nvGrpSpPr>
          <p:cNvPr id="2032071159" name="Group 26"/>
          <p:cNvGrpSpPr/>
          <p:nvPr/>
        </p:nvGrpSpPr>
        <p:grpSpPr bwMode="auto">
          <a:xfrm rot="0">
            <a:off x="6492240" y="2980944"/>
            <a:ext cx="5303520" cy="694944"/>
            <a:chOff x="0" y="0"/>
            <a:chExt cx="7071360" cy="926592"/>
          </a:xfrm>
        </p:grpSpPr>
        <p:sp>
          <p:nvSpPr>
            <p:cNvPr id="27" name="Freeform 27"/>
            <p:cNvSpPr/>
            <p:nvPr/>
          </p:nvSpPr>
          <p:spPr bwMode="auto">
            <a:xfrm rot="0" flipH="0" flipV="0">
              <a:off x="0" y="0"/>
              <a:ext cx="7071360" cy="926592"/>
            </a:xfrm>
            <a:custGeom>
              <a:avLst/>
              <a:gdLst/>
              <a:ahLst/>
              <a:cxnLst/>
              <a:rect l="l" t="t" r="r" b="b"/>
              <a:pathLst>
                <a:path w="7071360" h="926592" fill="norm" stroke="1" extrusionOk="0">
                  <a:moveTo>
                    <a:pt x="0" y="0"/>
                  </a:moveTo>
                  <a:lnTo>
                    <a:pt x="7071360" y="0"/>
                  </a:lnTo>
                  <a:lnTo>
                    <a:pt x="7071360" y="926592"/>
                  </a:lnTo>
                  <a:lnTo>
                    <a:pt x="0" y="926592"/>
                  </a:lnTo>
                  <a:close/>
                </a:path>
              </a:pathLst>
            </a:custGeom>
            <a:blipFill rotWithShape="1">
              <a:blip r:embed="rId3">
                <a:alphaModFix amt="0"/>
              </a:blip>
              <a:stretch>
                <a:fillRect l="0" t="-98701" r="0" b="-98701"/>
              </a:stretch>
            </a:blipFill>
          </p:spPr>
        </p:sp>
        <p:sp>
          <p:nvSpPr>
            <p:cNvPr id="28" name="TextBox 28"/>
            <p:cNvSpPr txBox="1"/>
            <p:nvPr/>
          </p:nvSpPr>
          <p:spPr bwMode="auto">
            <a:xfrm>
              <a:off x="0" y="-38100"/>
              <a:ext cx="7071360" cy="964692"/>
            </a:xfrm>
            <a:prstGeom prst="rect">
              <a:avLst/>
            </a:prstGeom>
            <a:grpFill/>
          </p:spPr>
          <p:txBody>
            <a:bodyPr lIns="0" tIns="0" rIns="0" bIns="0" rtlCol="0" anchor="ctr"/>
            <a:lstStyle/>
            <a:p>
              <a:pPr algn="ctr">
                <a:lnSpc>
                  <a:spcPts val="2879"/>
                </a:lnSpc>
                <a:defRPr/>
              </a:pPr>
              <a:r>
                <a:rPr lang="en-US" sz="2400" b="1">
                  <a:solidFill>
                    <a:srgbClr val="FFFFFF"/>
                  </a:solidFill>
                  <a:latin typeface="Calibri (MS) Bold"/>
                  <a:ea typeface="Calibri (MS) Bold"/>
                  <a:cs typeface="Calibri (MS) Bold"/>
                </a:rPr>
                <a:t>Avg Page Load Time</a:t>
              </a:r>
              <a:endParaRPr/>
            </a:p>
          </p:txBody>
        </p:sp>
      </p:grpSp>
      <p:grpSp>
        <p:nvGrpSpPr>
          <p:cNvPr id="743117392" name="Group 29"/>
          <p:cNvGrpSpPr/>
          <p:nvPr/>
        </p:nvGrpSpPr>
        <p:grpSpPr bwMode="auto">
          <a:xfrm rot="0">
            <a:off x="6492240" y="3639312"/>
            <a:ext cx="5303520" cy="914400"/>
            <a:chOff x="0" y="0"/>
            <a:chExt cx="7071360" cy="1219200"/>
          </a:xfrm>
        </p:grpSpPr>
        <p:sp>
          <p:nvSpPr>
            <p:cNvPr id="30" name="Freeform 30"/>
            <p:cNvSpPr/>
            <p:nvPr/>
          </p:nvSpPr>
          <p:spPr bwMode="auto">
            <a:xfrm rot="0" flipH="0" flipV="0">
              <a:off x="0" y="0"/>
              <a:ext cx="7071360" cy="1219200"/>
            </a:xfrm>
            <a:custGeom>
              <a:avLst/>
              <a:gdLst/>
              <a:ahLst/>
              <a:cxnLst/>
              <a:rect l="l" t="t" r="r" b="b"/>
              <a:pathLst>
                <a:path w="7071360" h="1219200" fill="norm" stroke="1" extrusionOk="0">
                  <a:moveTo>
                    <a:pt x="0" y="0"/>
                  </a:moveTo>
                  <a:lnTo>
                    <a:pt x="7071360" y="0"/>
                  </a:lnTo>
                  <a:lnTo>
                    <a:pt x="7071360" y="1219200"/>
                  </a:lnTo>
                  <a:lnTo>
                    <a:pt x="0" y="1219200"/>
                  </a:lnTo>
                  <a:close/>
                </a:path>
              </a:pathLst>
            </a:custGeom>
            <a:blipFill rotWithShape="1">
              <a:blip r:embed="rId3">
                <a:alphaModFix amt="0"/>
              </a:blip>
              <a:stretch>
                <a:fillRect l="0" t="-63013" r="0" b="-63013"/>
              </a:stretch>
            </a:blipFill>
          </p:spPr>
        </p:sp>
        <p:sp>
          <p:nvSpPr>
            <p:cNvPr id="31" name="TextBox 31"/>
            <p:cNvSpPr txBox="1"/>
            <p:nvPr/>
          </p:nvSpPr>
          <p:spPr bwMode="auto">
            <a:xfrm>
              <a:off x="0" y="-38100"/>
              <a:ext cx="7071360" cy="1257300"/>
            </a:xfrm>
            <a:prstGeom prst="rect">
              <a:avLst/>
            </a:prstGeom>
            <a:grpFill/>
          </p:spPr>
          <p:txBody>
            <a:bodyPr lIns="0" tIns="0" rIns="0" bIns="0" rtlCol="0" anchor="ctr"/>
            <a:lstStyle/>
            <a:p>
              <a:pPr algn="ctr">
                <a:lnSpc>
                  <a:spcPts val="2400"/>
                </a:lnSpc>
                <a:defRPr/>
              </a:pPr>
              <a:r>
                <a:rPr lang="en-US" sz="2000">
                  <a:solidFill>
                    <a:srgbClr val="94A3B8"/>
                  </a:solidFill>
                  <a:latin typeface="Calibri (MS)"/>
                  <a:ea typeface="Calibri (MS)"/>
                  <a:cs typeface="Calibri (MS)"/>
                </a:rPr>
                <a:t>On localhost testing</a:t>
              </a:r>
              <a:endParaRPr/>
            </a:p>
          </p:txBody>
        </p:sp>
      </p:grpSp>
      <p:grpSp>
        <p:nvGrpSpPr>
          <p:cNvPr id="218685939" name="Group 32"/>
          <p:cNvGrpSpPr/>
          <p:nvPr/>
        </p:nvGrpSpPr>
        <p:grpSpPr bwMode="auto">
          <a:xfrm rot="0">
            <a:off x="12240263" y="1633223"/>
            <a:ext cx="5328923" cy="3134363"/>
            <a:chOff x="0" y="0"/>
            <a:chExt cx="7105231" cy="4179151"/>
          </a:xfrm>
        </p:grpSpPr>
        <p:sp>
          <p:nvSpPr>
            <p:cNvPr id="33" name="Freeform 33"/>
            <p:cNvSpPr/>
            <p:nvPr/>
          </p:nvSpPr>
          <p:spPr bwMode="auto">
            <a:xfrm rot="0" flipH="0" flipV="0">
              <a:off x="16891" y="16891"/>
              <a:ext cx="7071360" cy="4145280"/>
            </a:xfrm>
            <a:custGeom>
              <a:avLst/>
              <a:gdLst/>
              <a:ahLst/>
              <a:cxnLst/>
              <a:rect l="l" t="t" r="r" b="b"/>
              <a:pathLst>
                <a:path w="7071360" h="4145280" fill="norm" stroke="1" extrusionOk="0">
                  <a:moveTo>
                    <a:pt x="0" y="0"/>
                  </a:moveTo>
                  <a:lnTo>
                    <a:pt x="7071360" y="0"/>
                  </a:lnTo>
                  <a:lnTo>
                    <a:pt x="7071360" y="4145280"/>
                  </a:lnTo>
                  <a:lnTo>
                    <a:pt x="0" y="4145280"/>
                  </a:lnTo>
                  <a:close/>
                </a:path>
              </a:pathLst>
            </a:custGeom>
            <a:solidFill>
              <a:srgbClr val="1A2E4A"/>
            </a:solidFill>
          </p:spPr>
        </p:sp>
        <p:sp>
          <p:nvSpPr>
            <p:cNvPr id="34" name="Freeform 34"/>
            <p:cNvSpPr/>
            <p:nvPr/>
          </p:nvSpPr>
          <p:spPr bwMode="auto">
            <a:xfrm rot="0" flipH="0" flipV="0">
              <a:off x="0" y="0"/>
              <a:ext cx="7105142" cy="4179062"/>
            </a:xfrm>
            <a:custGeom>
              <a:avLst/>
              <a:gdLst/>
              <a:ahLst/>
              <a:cxnLst/>
              <a:rect l="l" t="t" r="r" b="b"/>
              <a:pathLst>
                <a:path w="7105142" h="4179062" fill="norm" stroke="1" extrusionOk="0">
                  <a:moveTo>
                    <a:pt x="16891" y="0"/>
                  </a:moveTo>
                  <a:lnTo>
                    <a:pt x="7088251" y="0"/>
                  </a:lnTo>
                  <a:cubicBezTo>
                    <a:pt x="7097649" y="0"/>
                    <a:pt x="7105142" y="7620"/>
                    <a:pt x="7105142" y="16891"/>
                  </a:cubicBezTo>
                  <a:lnTo>
                    <a:pt x="7105142" y="4162171"/>
                  </a:lnTo>
                  <a:cubicBezTo>
                    <a:pt x="7105142" y="4171569"/>
                    <a:pt x="7097522" y="4179062"/>
                    <a:pt x="7088251" y="4179062"/>
                  </a:cubicBezTo>
                  <a:lnTo>
                    <a:pt x="16891" y="4179062"/>
                  </a:lnTo>
                  <a:cubicBezTo>
                    <a:pt x="7493" y="4179062"/>
                    <a:pt x="0" y="4171442"/>
                    <a:pt x="0" y="4162171"/>
                  </a:cubicBezTo>
                  <a:lnTo>
                    <a:pt x="0" y="16891"/>
                  </a:lnTo>
                  <a:cubicBezTo>
                    <a:pt x="0" y="7620"/>
                    <a:pt x="7620" y="0"/>
                    <a:pt x="16891" y="0"/>
                  </a:cubicBezTo>
                  <a:moveTo>
                    <a:pt x="16891" y="33909"/>
                  </a:moveTo>
                  <a:lnTo>
                    <a:pt x="16891" y="16891"/>
                  </a:lnTo>
                  <a:lnTo>
                    <a:pt x="33909" y="16891"/>
                  </a:lnTo>
                  <a:lnTo>
                    <a:pt x="33909" y="4162171"/>
                  </a:lnTo>
                  <a:lnTo>
                    <a:pt x="16891" y="4162171"/>
                  </a:lnTo>
                  <a:lnTo>
                    <a:pt x="16891" y="4145280"/>
                  </a:lnTo>
                  <a:lnTo>
                    <a:pt x="7088251" y="4145280"/>
                  </a:lnTo>
                  <a:lnTo>
                    <a:pt x="7088251" y="4162171"/>
                  </a:lnTo>
                  <a:lnTo>
                    <a:pt x="7071360" y="4162171"/>
                  </a:lnTo>
                  <a:lnTo>
                    <a:pt x="7071360" y="16891"/>
                  </a:lnTo>
                  <a:lnTo>
                    <a:pt x="7088251" y="16891"/>
                  </a:lnTo>
                  <a:lnTo>
                    <a:pt x="7088251" y="33909"/>
                  </a:lnTo>
                  <a:lnTo>
                    <a:pt x="16891" y="33909"/>
                  </a:lnTo>
                  <a:close/>
                </a:path>
              </a:pathLst>
            </a:custGeom>
            <a:solidFill>
              <a:srgbClr val="1A2E4A"/>
            </a:solidFill>
          </p:spPr>
        </p:sp>
      </p:grpSp>
      <p:grpSp>
        <p:nvGrpSpPr>
          <p:cNvPr id="384024814" name="Group 35"/>
          <p:cNvGrpSpPr/>
          <p:nvPr/>
        </p:nvGrpSpPr>
        <p:grpSpPr bwMode="auto">
          <a:xfrm rot="0">
            <a:off x="12252960" y="1737360"/>
            <a:ext cx="5303520" cy="1280160"/>
            <a:chOff x="0" y="0"/>
            <a:chExt cx="7071360" cy="1706880"/>
          </a:xfrm>
        </p:grpSpPr>
        <p:sp>
          <p:nvSpPr>
            <p:cNvPr id="36" name="Freeform 36"/>
            <p:cNvSpPr/>
            <p:nvPr/>
          </p:nvSpPr>
          <p:spPr bwMode="auto">
            <a:xfrm rot="0" flipH="0" flipV="0">
              <a:off x="0" y="0"/>
              <a:ext cx="7071360" cy="1706880"/>
            </a:xfrm>
            <a:custGeom>
              <a:avLst/>
              <a:gdLst/>
              <a:ahLst/>
              <a:cxnLst/>
              <a:rect l="l" t="t" r="r" b="b"/>
              <a:pathLst>
                <a:path w="7071360" h="1706880" fill="norm" stroke="1" extrusionOk="0">
                  <a:moveTo>
                    <a:pt x="0" y="0"/>
                  </a:moveTo>
                  <a:lnTo>
                    <a:pt x="7071360" y="0"/>
                  </a:lnTo>
                  <a:lnTo>
                    <a:pt x="7071360" y="1706880"/>
                  </a:lnTo>
                  <a:lnTo>
                    <a:pt x="0" y="1706880"/>
                  </a:lnTo>
                  <a:close/>
                </a:path>
              </a:pathLst>
            </a:custGeom>
            <a:blipFill rotWithShape="1">
              <a:blip r:embed="rId3">
                <a:alphaModFix amt="0"/>
              </a:blip>
              <a:stretch>
                <a:fillRect l="0" t="-30723" r="0" b="-30723"/>
              </a:stretch>
            </a:blipFill>
          </p:spPr>
        </p:sp>
        <p:sp>
          <p:nvSpPr>
            <p:cNvPr id="37" name="TextBox 37"/>
            <p:cNvSpPr txBox="1"/>
            <p:nvPr/>
          </p:nvSpPr>
          <p:spPr bwMode="auto">
            <a:xfrm>
              <a:off x="0" y="-114300"/>
              <a:ext cx="7071360" cy="1821180"/>
            </a:xfrm>
            <a:prstGeom prst="rect">
              <a:avLst/>
            </a:prstGeom>
            <a:grpFill/>
          </p:spPr>
          <p:txBody>
            <a:bodyPr lIns="0" tIns="0" rIns="0" bIns="0" rtlCol="0" anchor="ctr"/>
            <a:lstStyle/>
            <a:p>
              <a:pPr algn="ctr">
                <a:lnSpc>
                  <a:spcPts val="6719"/>
                </a:lnSpc>
                <a:defRPr/>
              </a:pPr>
              <a:r>
                <a:rPr lang="en-US" sz="5600" b="1">
                  <a:solidFill>
                    <a:srgbClr val="0891B2"/>
                  </a:solidFill>
                  <a:latin typeface="Calibri (MS) Bold"/>
                  <a:ea typeface="Calibri (MS) Bold"/>
                  <a:cs typeface="Calibri (MS) Bold"/>
                </a:rPr>
                <a:t>15+</a:t>
              </a:r>
              <a:endParaRPr/>
            </a:p>
          </p:txBody>
        </p:sp>
      </p:grpSp>
      <p:grpSp>
        <p:nvGrpSpPr>
          <p:cNvPr id="2115448607" name="Group 38"/>
          <p:cNvGrpSpPr/>
          <p:nvPr/>
        </p:nvGrpSpPr>
        <p:grpSpPr bwMode="auto">
          <a:xfrm rot="0">
            <a:off x="12252960" y="2980944"/>
            <a:ext cx="5303520" cy="694944"/>
            <a:chOff x="0" y="0"/>
            <a:chExt cx="7071360" cy="926592"/>
          </a:xfrm>
        </p:grpSpPr>
        <p:sp>
          <p:nvSpPr>
            <p:cNvPr id="39" name="Freeform 39"/>
            <p:cNvSpPr/>
            <p:nvPr/>
          </p:nvSpPr>
          <p:spPr bwMode="auto">
            <a:xfrm rot="0" flipH="0" flipV="0">
              <a:off x="0" y="0"/>
              <a:ext cx="7071360" cy="926592"/>
            </a:xfrm>
            <a:custGeom>
              <a:avLst/>
              <a:gdLst/>
              <a:ahLst/>
              <a:cxnLst/>
              <a:rect l="l" t="t" r="r" b="b"/>
              <a:pathLst>
                <a:path w="7071360" h="926592" fill="norm" stroke="1" extrusionOk="0">
                  <a:moveTo>
                    <a:pt x="0" y="0"/>
                  </a:moveTo>
                  <a:lnTo>
                    <a:pt x="7071360" y="0"/>
                  </a:lnTo>
                  <a:lnTo>
                    <a:pt x="7071360" y="926592"/>
                  </a:lnTo>
                  <a:lnTo>
                    <a:pt x="0" y="926592"/>
                  </a:lnTo>
                  <a:close/>
                </a:path>
              </a:pathLst>
            </a:custGeom>
            <a:blipFill rotWithShape="1">
              <a:blip r:embed="rId3">
                <a:alphaModFix amt="0"/>
              </a:blip>
              <a:stretch>
                <a:fillRect l="0" t="-98701" r="0" b="-98701"/>
              </a:stretch>
            </a:blipFill>
          </p:spPr>
        </p:sp>
        <p:sp>
          <p:nvSpPr>
            <p:cNvPr id="40" name="TextBox 40"/>
            <p:cNvSpPr txBox="1"/>
            <p:nvPr/>
          </p:nvSpPr>
          <p:spPr bwMode="auto">
            <a:xfrm>
              <a:off x="0" y="-38100"/>
              <a:ext cx="7071360" cy="964692"/>
            </a:xfrm>
            <a:prstGeom prst="rect">
              <a:avLst/>
            </a:prstGeom>
            <a:grpFill/>
          </p:spPr>
          <p:txBody>
            <a:bodyPr lIns="0" tIns="0" rIns="0" bIns="0" rtlCol="0" anchor="ctr"/>
            <a:lstStyle/>
            <a:p>
              <a:pPr algn="ctr">
                <a:lnSpc>
                  <a:spcPts val="2879"/>
                </a:lnSpc>
                <a:defRPr/>
              </a:pPr>
              <a:r>
                <a:rPr lang="en-US" sz="2400" b="1">
                  <a:solidFill>
                    <a:srgbClr val="FFFFFF"/>
                  </a:solidFill>
                  <a:latin typeface="Calibri (MS) Bold"/>
                  <a:ea typeface="Calibri (MS) Bold"/>
                  <a:cs typeface="Calibri (MS) Bold"/>
                </a:rPr>
                <a:t>Test Cases Passed</a:t>
              </a:r>
              <a:endParaRPr/>
            </a:p>
          </p:txBody>
        </p:sp>
      </p:grpSp>
      <p:grpSp>
        <p:nvGrpSpPr>
          <p:cNvPr id="1308035797" name="Group 41"/>
          <p:cNvGrpSpPr/>
          <p:nvPr/>
        </p:nvGrpSpPr>
        <p:grpSpPr bwMode="auto">
          <a:xfrm rot="0">
            <a:off x="12252960" y="3639312"/>
            <a:ext cx="5303520" cy="914400"/>
            <a:chOff x="0" y="0"/>
            <a:chExt cx="7071360" cy="1219200"/>
          </a:xfrm>
        </p:grpSpPr>
        <p:sp>
          <p:nvSpPr>
            <p:cNvPr id="42" name="Freeform 42"/>
            <p:cNvSpPr/>
            <p:nvPr/>
          </p:nvSpPr>
          <p:spPr bwMode="auto">
            <a:xfrm rot="0" flipH="0" flipV="0">
              <a:off x="0" y="0"/>
              <a:ext cx="7071360" cy="1219200"/>
            </a:xfrm>
            <a:custGeom>
              <a:avLst/>
              <a:gdLst/>
              <a:ahLst/>
              <a:cxnLst/>
              <a:rect l="l" t="t" r="r" b="b"/>
              <a:pathLst>
                <a:path w="7071360" h="1219200" fill="norm" stroke="1" extrusionOk="0">
                  <a:moveTo>
                    <a:pt x="0" y="0"/>
                  </a:moveTo>
                  <a:lnTo>
                    <a:pt x="7071360" y="0"/>
                  </a:lnTo>
                  <a:lnTo>
                    <a:pt x="7071360" y="1219200"/>
                  </a:lnTo>
                  <a:lnTo>
                    <a:pt x="0" y="1219200"/>
                  </a:lnTo>
                  <a:close/>
                </a:path>
              </a:pathLst>
            </a:custGeom>
            <a:blipFill rotWithShape="1">
              <a:blip r:embed="rId3">
                <a:alphaModFix amt="0"/>
              </a:blip>
              <a:stretch>
                <a:fillRect l="0" t="-63013" r="0" b="-63013"/>
              </a:stretch>
            </a:blipFill>
          </p:spPr>
        </p:sp>
        <p:sp>
          <p:nvSpPr>
            <p:cNvPr id="43" name="TextBox 43"/>
            <p:cNvSpPr txBox="1"/>
            <p:nvPr/>
          </p:nvSpPr>
          <p:spPr bwMode="auto">
            <a:xfrm>
              <a:off x="0" y="-38100"/>
              <a:ext cx="7071360" cy="1257300"/>
            </a:xfrm>
            <a:prstGeom prst="rect">
              <a:avLst/>
            </a:prstGeom>
            <a:grpFill/>
          </p:spPr>
          <p:txBody>
            <a:bodyPr lIns="0" tIns="0" rIns="0" bIns="0" rtlCol="0" anchor="ctr"/>
            <a:lstStyle/>
            <a:p>
              <a:pPr algn="ctr">
                <a:lnSpc>
                  <a:spcPts val="2400"/>
                </a:lnSpc>
                <a:defRPr/>
              </a:pPr>
              <a:r>
                <a:rPr lang="en-US" sz="2000">
                  <a:solidFill>
                    <a:srgbClr val="94A3B8"/>
                  </a:solidFill>
                  <a:latin typeface="Calibri (MS)"/>
                  <a:ea typeface="Calibri (MS)"/>
                  <a:cs typeface="Calibri (MS)"/>
                </a:rPr>
                <a:t>Login, Post, Search, Match</a:t>
              </a:r>
              <a:endParaRPr/>
            </a:p>
          </p:txBody>
        </p:sp>
      </p:grpSp>
      <p:grpSp>
        <p:nvGrpSpPr>
          <p:cNvPr id="1091762410" name="Group 44"/>
          <p:cNvGrpSpPr/>
          <p:nvPr/>
        </p:nvGrpSpPr>
        <p:grpSpPr bwMode="auto">
          <a:xfrm rot="0">
            <a:off x="731520" y="5120640"/>
            <a:ext cx="7315200" cy="731520"/>
            <a:chOff x="0" y="0"/>
            <a:chExt cx="9753600" cy="975360"/>
          </a:xfrm>
        </p:grpSpPr>
        <p:sp>
          <p:nvSpPr>
            <p:cNvPr id="45" name="Freeform 45"/>
            <p:cNvSpPr/>
            <p:nvPr/>
          </p:nvSpPr>
          <p:spPr bwMode="auto">
            <a:xfrm rot="0" flipH="0" flipV="0">
              <a:off x="0" y="0"/>
              <a:ext cx="9753600" cy="975360"/>
            </a:xfrm>
            <a:custGeom>
              <a:avLst/>
              <a:gdLst/>
              <a:ahLst/>
              <a:cxnLst/>
              <a:rect l="l" t="t" r="r" b="b"/>
              <a:pathLst>
                <a:path w="9753600" h="975360" fill="norm" stroke="1" extrusionOk="0">
                  <a:moveTo>
                    <a:pt x="0" y="0"/>
                  </a:moveTo>
                  <a:lnTo>
                    <a:pt x="9753600" y="0"/>
                  </a:lnTo>
                  <a:lnTo>
                    <a:pt x="9753600" y="975360"/>
                  </a:lnTo>
                  <a:lnTo>
                    <a:pt x="0" y="975360"/>
                  </a:lnTo>
                  <a:close/>
                </a:path>
              </a:pathLst>
            </a:custGeom>
            <a:blipFill rotWithShape="1">
              <a:blip r:embed="rId3">
                <a:alphaModFix amt="0"/>
              </a:blip>
              <a:stretch>
                <a:fillRect l="0" t="-144850" r="0" b="-144850"/>
              </a:stretch>
            </a:blipFill>
          </p:spPr>
        </p:sp>
        <p:sp>
          <p:nvSpPr>
            <p:cNvPr id="46" name="TextBox 46"/>
            <p:cNvSpPr txBox="1"/>
            <p:nvPr/>
          </p:nvSpPr>
          <p:spPr bwMode="auto">
            <a:xfrm>
              <a:off x="0" y="-47625"/>
              <a:ext cx="9753600" cy="1022985"/>
            </a:xfrm>
            <a:prstGeom prst="rect">
              <a:avLst/>
            </a:prstGeom>
            <a:grpFill/>
          </p:spPr>
          <p:txBody>
            <a:bodyPr lIns="0" tIns="0" rIns="0" bIns="0" rtlCol="0" anchor="ctr"/>
            <a:lstStyle/>
            <a:p>
              <a:pPr algn="l">
                <a:lnSpc>
                  <a:spcPts val="3359"/>
                </a:lnSpc>
                <a:defRPr/>
              </a:pPr>
              <a:r>
                <a:rPr lang="en-US" sz="2800" b="1">
                  <a:solidFill>
                    <a:srgbClr val="1A2E4A"/>
                  </a:solidFill>
                  <a:latin typeface="Calibri (MS) Bold"/>
                  <a:ea typeface="Calibri (MS) Bold"/>
                  <a:cs typeface="Calibri (MS) Bold"/>
                </a:rPr>
                <a:t>System Screenshots</a:t>
              </a:r>
              <a:endParaRPr/>
            </a:p>
          </p:txBody>
        </p:sp>
      </p:grpSp>
      <p:grpSp>
        <p:nvGrpSpPr>
          <p:cNvPr id="818709265" name="Group 47"/>
          <p:cNvGrpSpPr/>
          <p:nvPr/>
        </p:nvGrpSpPr>
        <p:grpSpPr bwMode="auto">
          <a:xfrm rot="0">
            <a:off x="621030" y="5833110"/>
            <a:ext cx="5341620" cy="3238500"/>
            <a:chOff x="0" y="0"/>
            <a:chExt cx="7122160" cy="4318000"/>
          </a:xfrm>
        </p:grpSpPr>
        <p:sp>
          <p:nvSpPr>
            <p:cNvPr id="48" name="Freeform 48"/>
            <p:cNvSpPr/>
            <p:nvPr/>
          </p:nvSpPr>
          <p:spPr bwMode="auto">
            <a:xfrm rot="0" flipH="0" flipV="0">
              <a:off x="25400" y="25400"/>
              <a:ext cx="7071360" cy="4267200"/>
            </a:xfrm>
            <a:custGeom>
              <a:avLst/>
              <a:gdLst/>
              <a:ahLst/>
              <a:cxnLst/>
              <a:rect l="l" t="t" r="r" b="b"/>
              <a:pathLst>
                <a:path w="7071360" h="4267200" fill="norm" stroke="1" extrusionOk="0">
                  <a:moveTo>
                    <a:pt x="0" y="0"/>
                  </a:moveTo>
                  <a:lnTo>
                    <a:pt x="7071360" y="0"/>
                  </a:lnTo>
                  <a:lnTo>
                    <a:pt x="7071360" y="4267200"/>
                  </a:lnTo>
                  <a:lnTo>
                    <a:pt x="0" y="4267200"/>
                  </a:lnTo>
                  <a:close/>
                </a:path>
              </a:pathLst>
            </a:custGeom>
            <a:solidFill>
              <a:srgbClr val="EFF6FF"/>
            </a:solidFill>
          </p:spPr>
        </p:sp>
        <p:sp>
          <p:nvSpPr>
            <p:cNvPr id="49" name="Freeform 49"/>
            <p:cNvSpPr/>
            <p:nvPr/>
          </p:nvSpPr>
          <p:spPr bwMode="auto">
            <a:xfrm rot="0" flipH="0" flipV="0">
              <a:off x="0" y="0"/>
              <a:ext cx="7122160" cy="4318000"/>
            </a:xfrm>
            <a:custGeom>
              <a:avLst/>
              <a:gdLst/>
              <a:ahLst/>
              <a:cxnLst/>
              <a:rect l="l" t="t" r="r" b="b"/>
              <a:pathLst>
                <a:path w="7122160" h="4318000" fill="norm" stroke="1" extrusionOk="0">
                  <a:moveTo>
                    <a:pt x="25400" y="0"/>
                  </a:moveTo>
                  <a:lnTo>
                    <a:pt x="7096760" y="0"/>
                  </a:lnTo>
                  <a:cubicBezTo>
                    <a:pt x="7110730" y="0"/>
                    <a:pt x="7122160" y="11430"/>
                    <a:pt x="7122160" y="25400"/>
                  </a:cubicBezTo>
                  <a:lnTo>
                    <a:pt x="7122160" y="4292600"/>
                  </a:lnTo>
                  <a:cubicBezTo>
                    <a:pt x="7122160" y="4306570"/>
                    <a:pt x="7110730" y="4318000"/>
                    <a:pt x="7096760" y="4318000"/>
                  </a:cubicBezTo>
                  <a:lnTo>
                    <a:pt x="25400" y="4318000"/>
                  </a:lnTo>
                  <a:cubicBezTo>
                    <a:pt x="11430" y="4318000"/>
                    <a:pt x="0" y="4306570"/>
                    <a:pt x="0" y="4292600"/>
                  </a:cubicBezTo>
                  <a:lnTo>
                    <a:pt x="0" y="25400"/>
                  </a:lnTo>
                  <a:cubicBezTo>
                    <a:pt x="0" y="11430"/>
                    <a:pt x="11430" y="0"/>
                    <a:pt x="25400" y="0"/>
                  </a:cubicBezTo>
                  <a:moveTo>
                    <a:pt x="25400" y="50800"/>
                  </a:moveTo>
                  <a:lnTo>
                    <a:pt x="25400" y="25400"/>
                  </a:lnTo>
                  <a:lnTo>
                    <a:pt x="50800" y="25400"/>
                  </a:lnTo>
                  <a:lnTo>
                    <a:pt x="50800" y="4292600"/>
                  </a:lnTo>
                  <a:lnTo>
                    <a:pt x="25400" y="4292600"/>
                  </a:lnTo>
                  <a:lnTo>
                    <a:pt x="25400" y="4267200"/>
                  </a:lnTo>
                  <a:lnTo>
                    <a:pt x="7096760" y="4267200"/>
                  </a:lnTo>
                  <a:lnTo>
                    <a:pt x="7096760" y="4292600"/>
                  </a:lnTo>
                  <a:lnTo>
                    <a:pt x="7071360" y="4292600"/>
                  </a:lnTo>
                  <a:lnTo>
                    <a:pt x="7071360" y="25400"/>
                  </a:lnTo>
                  <a:lnTo>
                    <a:pt x="7096760" y="25400"/>
                  </a:lnTo>
                  <a:lnTo>
                    <a:pt x="7096760" y="50800"/>
                  </a:lnTo>
                  <a:lnTo>
                    <a:pt x="25400" y="50800"/>
                  </a:lnTo>
                  <a:close/>
                </a:path>
              </a:pathLst>
            </a:custGeom>
            <a:solidFill>
              <a:srgbClr val="06B6D4"/>
            </a:solidFill>
          </p:spPr>
        </p:sp>
      </p:grpSp>
      <p:grpSp>
        <p:nvGrpSpPr>
          <p:cNvPr id="1716435132" name="Group 50"/>
          <p:cNvGrpSpPr/>
          <p:nvPr/>
        </p:nvGrpSpPr>
        <p:grpSpPr bwMode="auto">
          <a:xfrm rot="0">
            <a:off x="810263" y="6022343"/>
            <a:ext cx="4963163" cy="427739"/>
            <a:chOff x="0" y="0"/>
            <a:chExt cx="6617551" cy="570319"/>
          </a:xfrm>
        </p:grpSpPr>
        <p:sp>
          <p:nvSpPr>
            <p:cNvPr id="51" name="Freeform 51"/>
            <p:cNvSpPr/>
            <p:nvPr/>
          </p:nvSpPr>
          <p:spPr bwMode="auto">
            <a:xfrm rot="0" flipH="0" flipV="0">
              <a:off x="16891" y="16891"/>
              <a:ext cx="6583681" cy="536448"/>
            </a:xfrm>
            <a:custGeom>
              <a:avLst/>
              <a:gdLst/>
              <a:ahLst/>
              <a:cxnLst/>
              <a:rect l="l" t="t" r="r" b="b"/>
              <a:pathLst>
                <a:path w="6583681" h="536448" fill="norm" stroke="1" extrusionOk="0">
                  <a:moveTo>
                    <a:pt x="0" y="0"/>
                  </a:moveTo>
                  <a:lnTo>
                    <a:pt x="6583681" y="0"/>
                  </a:lnTo>
                  <a:lnTo>
                    <a:pt x="6583681" y="536448"/>
                  </a:lnTo>
                  <a:lnTo>
                    <a:pt x="0" y="536448"/>
                  </a:lnTo>
                  <a:close/>
                </a:path>
              </a:pathLst>
            </a:custGeom>
            <a:solidFill>
              <a:srgbClr val="0891B2"/>
            </a:solidFill>
          </p:spPr>
        </p:sp>
        <p:sp>
          <p:nvSpPr>
            <p:cNvPr id="52" name="Freeform 52"/>
            <p:cNvSpPr/>
            <p:nvPr/>
          </p:nvSpPr>
          <p:spPr bwMode="auto">
            <a:xfrm rot="0" flipH="0" flipV="0">
              <a:off x="0" y="0"/>
              <a:ext cx="6617462" cy="570232"/>
            </a:xfrm>
            <a:custGeom>
              <a:avLst/>
              <a:gdLst/>
              <a:ahLst/>
              <a:cxnLst/>
              <a:rect l="l" t="t" r="r" b="b"/>
              <a:pathLst>
                <a:path w="6617462" h="570232" fill="norm" stroke="1" extrusionOk="0">
                  <a:moveTo>
                    <a:pt x="16891" y="0"/>
                  </a:moveTo>
                  <a:lnTo>
                    <a:pt x="6600572" y="0"/>
                  </a:lnTo>
                  <a:cubicBezTo>
                    <a:pt x="6609969" y="0"/>
                    <a:pt x="6617462" y="7620"/>
                    <a:pt x="6617462" y="16891"/>
                  </a:cubicBezTo>
                  <a:lnTo>
                    <a:pt x="6617462" y="553339"/>
                  </a:lnTo>
                  <a:cubicBezTo>
                    <a:pt x="6617462" y="562737"/>
                    <a:pt x="6609842" y="570230"/>
                    <a:pt x="6600572"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6600572" y="536448"/>
                  </a:lnTo>
                  <a:lnTo>
                    <a:pt x="6600572" y="553339"/>
                  </a:lnTo>
                  <a:lnTo>
                    <a:pt x="6583680" y="553339"/>
                  </a:lnTo>
                  <a:lnTo>
                    <a:pt x="6583680" y="16891"/>
                  </a:lnTo>
                  <a:lnTo>
                    <a:pt x="6600572" y="16891"/>
                  </a:lnTo>
                  <a:lnTo>
                    <a:pt x="6600572" y="33909"/>
                  </a:lnTo>
                  <a:lnTo>
                    <a:pt x="16891" y="33909"/>
                  </a:lnTo>
                  <a:close/>
                </a:path>
              </a:pathLst>
            </a:custGeom>
            <a:solidFill>
              <a:srgbClr val="0891B2"/>
            </a:solidFill>
          </p:spPr>
        </p:sp>
      </p:grpSp>
      <p:grpSp>
        <p:nvGrpSpPr>
          <p:cNvPr id="1909296318" name="Group 53"/>
          <p:cNvGrpSpPr/>
          <p:nvPr/>
        </p:nvGrpSpPr>
        <p:grpSpPr bwMode="auto">
          <a:xfrm rot="0">
            <a:off x="901703" y="6570983"/>
            <a:ext cx="4780283" cy="281435"/>
            <a:chOff x="0" y="0"/>
            <a:chExt cx="6373711" cy="375247"/>
          </a:xfrm>
        </p:grpSpPr>
        <p:sp>
          <p:nvSpPr>
            <p:cNvPr id="54" name="Freeform 54"/>
            <p:cNvSpPr/>
            <p:nvPr/>
          </p:nvSpPr>
          <p:spPr bwMode="auto">
            <a:xfrm rot="0" flipH="0" flipV="0">
              <a:off x="16891" y="16891"/>
              <a:ext cx="6339840" cy="341376"/>
            </a:xfrm>
            <a:custGeom>
              <a:avLst/>
              <a:gdLst/>
              <a:ahLst/>
              <a:cxnLst/>
              <a:rect l="l" t="t" r="r" b="b"/>
              <a:pathLst>
                <a:path w="6339840" h="341376" fill="norm" stroke="1" extrusionOk="0">
                  <a:moveTo>
                    <a:pt x="0" y="0"/>
                  </a:moveTo>
                  <a:lnTo>
                    <a:pt x="6339840" y="0"/>
                  </a:lnTo>
                  <a:lnTo>
                    <a:pt x="6339840" y="341376"/>
                  </a:lnTo>
                  <a:lnTo>
                    <a:pt x="0" y="341376"/>
                  </a:lnTo>
                  <a:close/>
                </a:path>
              </a:pathLst>
            </a:custGeom>
            <a:solidFill>
              <a:srgbClr val="E2E8F0"/>
            </a:solidFill>
          </p:spPr>
        </p:sp>
        <p:sp>
          <p:nvSpPr>
            <p:cNvPr id="55" name="Freeform 55"/>
            <p:cNvSpPr/>
            <p:nvPr/>
          </p:nvSpPr>
          <p:spPr bwMode="auto">
            <a:xfrm rot="0" flipH="0" flipV="0">
              <a:off x="0" y="0"/>
              <a:ext cx="6373622" cy="375160"/>
            </a:xfrm>
            <a:custGeom>
              <a:avLst/>
              <a:gdLst/>
              <a:ahLst/>
              <a:cxnLst/>
              <a:rect l="l" t="t" r="r" b="b"/>
              <a:pathLst>
                <a:path w="6373622" h="375160" fill="norm" stroke="1" extrusionOk="0">
                  <a:moveTo>
                    <a:pt x="16891" y="0"/>
                  </a:moveTo>
                  <a:lnTo>
                    <a:pt x="6356731" y="0"/>
                  </a:lnTo>
                  <a:cubicBezTo>
                    <a:pt x="6366129" y="0"/>
                    <a:pt x="6373622" y="7620"/>
                    <a:pt x="6373622" y="16891"/>
                  </a:cubicBezTo>
                  <a:lnTo>
                    <a:pt x="6373622" y="358267"/>
                  </a:lnTo>
                  <a:cubicBezTo>
                    <a:pt x="6373622" y="367665"/>
                    <a:pt x="6366002" y="375158"/>
                    <a:pt x="6356731" y="375158"/>
                  </a:cubicBezTo>
                  <a:lnTo>
                    <a:pt x="16891" y="375158"/>
                  </a:lnTo>
                  <a:cubicBezTo>
                    <a:pt x="7620" y="375285"/>
                    <a:pt x="0" y="367665"/>
                    <a:pt x="0" y="358267"/>
                  </a:cubicBezTo>
                  <a:lnTo>
                    <a:pt x="0" y="16891"/>
                  </a:lnTo>
                  <a:cubicBezTo>
                    <a:pt x="0" y="7620"/>
                    <a:pt x="7620" y="0"/>
                    <a:pt x="16891" y="0"/>
                  </a:cubicBezTo>
                  <a:moveTo>
                    <a:pt x="16891" y="33909"/>
                  </a:moveTo>
                  <a:lnTo>
                    <a:pt x="16891" y="16891"/>
                  </a:lnTo>
                  <a:lnTo>
                    <a:pt x="33909" y="16891"/>
                  </a:lnTo>
                  <a:lnTo>
                    <a:pt x="33909" y="358267"/>
                  </a:lnTo>
                  <a:lnTo>
                    <a:pt x="16891" y="358267"/>
                  </a:lnTo>
                  <a:lnTo>
                    <a:pt x="16891" y="341376"/>
                  </a:lnTo>
                  <a:lnTo>
                    <a:pt x="6356731" y="341376"/>
                  </a:lnTo>
                  <a:lnTo>
                    <a:pt x="6356731" y="358267"/>
                  </a:lnTo>
                  <a:lnTo>
                    <a:pt x="6339840" y="358267"/>
                  </a:lnTo>
                  <a:lnTo>
                    <a:pt x="6339840" y="16891"/>
                  </a:lnTo>
                  <a:lnTo>
                    <a:pt x="6356731" y="16891"/>
                  </a:lnTo>
                  <a:lnTo>
                    <a:pt x="6356731" y="33909"/>
                  </a:lnTo>
                  <a:lnTo>
                    <a:pt x="16891" y="33909"/>
                  </a:lnTo>
                  <a:close/>
                </a:path>
              </a:pathLst>
            </a:custGeom>
            <a:solidFill>
              <a:srgbClr val="E2E8F0"/>
            </a:solidFill>
          </p:spPr>
        </p:sp>
      </p:grpSp>
      <p:grpSp>
        <p:nvGrpSpPr>
          <p:cNvPr id="569831751" name="Group 56"/>
          <p:cNvGrpSpPr/>
          <p:nvPr/>
        </p:nvGrpSpPr>
        <p:grpSpPr bwMode="auto">
          <a:xfrm rot="0">
            <a:off x="901703" y="7119623"/>
            <a:ext cx="4048763" cy="281435"/>
            <a:chOff x="0" y="0"/>
            <a:chExt cx="5398351" cy="375247"/>
          </a:xfrm>
        </p:grpSpPr>
        <p:sp>
          <p:nvSpPr>
            <p:cNvPr id="57" name="Freeform 57"/>
            <p:cNvSpPr/>
            <p:nvPr/>
          </p:nvSpPr>
          <p:spPr bwMode="auto">
            <a:xfrm rot="0" flipH="0" flipV="0">
              <a:off x="16891" y="16891"/>
              <a:ext cx="5364480" cy="341376"/>
            </a:xfrm>
            <a:custGeom>
              <a:avLst/>
              <a:gdLst/>
              <a:ahLst/>
              <a:cxnLst/>
              <a:rect l="l" t="t" r="r" b="b"/>
              <a:pathLst>
                <a:path w="5364480" h="341376" fill="norm" stroke="1" extrusionOk="0">
                  <a:moveTo>
                    <a:pt x="0" y="0"/>
                  </a:moveTo>
                  <a:lnTo>
                    <a:pt x="5364480" y="0"/>
                  </a:lnTo>
                  <a:lnTo>
                    <a:pt x="5364480" y="341376"/>
                  </a:lnTo>
                  <a:lnTo>
                    <a:pt x="0" y="341376"/>
                  </a:lnTo>
                  <a:close/>
                </a:path>
              </a:pathLst>
            </a:custGeom>
            <a:solidFill>
              <a:srgbClr val="E2E8F0"/>
            </a:solidFill>
          </p:spPr>
        </p:sp>
        <p:sp>
          <p:nvSpPr>
            <p:cNvPr id="58" name="Freeform 58"/>
            <p:cNvSpPr/>
            <p:nvPr/>
          </p:nvSpPr>
          <p:spPr bwMode="auto">
            <a:xfrm rot="0" flipH="0" flipV="0">
              <a:off x="0" y="0"/>
              <a:ext cx="5398262" cy="375160"/>
            </a:xfrm>
            <a:custGeom>
              <a:avLst/>
              <a:gdLst/>
              <a:ahLst/>
              <a:cxnLst/>
              <a:rect l="l" t="t" r="r" b="b"/>
              <a:pathLst>
                <a:path w="5398262" h="375160" fill="norm" stroke="1" extrusionOk="0">
                  <a:moveTo>
                    <a:pt x="16891" y="0"/>
                  </a:moveTo>
                  <a:lnTo>
                    <a:pt x="5381371" y="0"/>
                  </a:lnTo>
                  <a:cubicBezTo>
                    <a:pt x="5390769" y="0"/>
                    <a:pt x="5398262" y="7620"/>
                    <a:pt x="5398262" y="16891"/>
                  </a:cubicBezTo>
                  <a:lnTo>
                    <a:pt x="5398262" y="358267"/>
                  </a:lnTo>
                  <a:cubicBezTo>
                    <a:pt x="5398262" y="367665"/>
                    <a:pt x="5390642" y="375158"/>
                    <a:pt x="5381371" y="375158"/>
                  </a:cubicBezTo>
                  <a:lnTo>
                    <a:pt x="16891" y="375158"/>
                  </a:lnTo>
                  <a:cubicBezTo>
                    <a:pt x="7620" y="375285"/>
                    <a:pt x="0" y="367665"/>
                    <a:pt x="0" y="358267"/>
                  </a:cubicBezTo>
                  <a:lnTo>
                    <a:pt x="0" y="16891"/>
                  </a:lnTo>
                  <a:cubicBezTo>
                    <a:pt x="0" y="7620"/>
                    <a:pt x="7620" y="0"/>
                    <a:pt x="16891" y="0"/>
                  </a:cubicBezTo>
                  <a:moveTo>
                    <a:pt x="16891" y="33909"/>
                  </a:moveTo>
                  <a:lnTo>
                    <a:pt x="16891" y="16891"/>
                  </a:lnTo>
                  <a:lnTo>
                    <a:pt x="33909" y="16891"/>
                  </a:lnTo>
                  <a:lnTo>
                    <a:pt x="33909" y="358267"/>
                  </a:lnTo>
                  <a:lnTo>
                    <a:pt x="16891" y="358267"/>
                  </a:lnTo>
                  <a:lnTo>
                    <a:pt x="16891" y="341376"/>
                  </a:lnTo>
                  <a:lnTo>
                    <a:pt x="5381371" y="341376"/>
                  </a:lnTo>
                  <a:lnTo>
                    <a:pt x="5381371" y="358267"/>
                  </a:lnTo>
                  <a:lnTo>
                    <a:pt x="5364480" y="358267"/>
                  </a:lnTo>
                  <a:lnTo>
                    <a:pt x="5364480" y="16891"/>
                  </a:lnTo>
                  <a:lnTo>
                    <a:pt x="5381371" y="16891"/>
                  </a:lnTo>
                  <a:lnTo>
                    <a:pt x="5381371" y="33909"/>
                  </a:lnTo>
                  <a:lnTo>
                    <a:pt x="16891" y="33909"/>
                  </a:lnTo>
                  <a:close/>
                </a:path>
              </a:pathLst>
            </a:custGeom>
            <a:solidFill>
              <a:srgbClr val="E2E8F0"/>
            </a:solidFill>
          </p:spPr>
        </p:sp>
      </p:grpSp>
      <p:grpSp>
        <p:nvGrpSpPr>
          <p:cNvPr id="214034454" name="Group 59"/>
          <p:cNvGrpSpPr/>
          <p:nvPr/>
        </p:nvGrpSpPr>
        <p:grpSpPr bwMode="auto">
          <a:xfrm rot="0">
            <a:off x="901703" y="7668263"/>
            <a:ext cx="3317243" cy="281435"/>
            <a:chOff x="0" y="0"/>
            <a:chExt cx="4422991" cy="375247"/>
          </a:xfrm>
        </p:grpSpPr>
        <p:sp>
          <p:nvSpPr>
            <p:cNvPr id="60" name="Freeform 60"/>
            <p:cNvSpPr/>
            <p:nvPr/>
          </p:nvSpPr>
          <p:spPr bwMode="auto">
            <a:xfrm rot="0" flipH="0" flipV="0">
              <a:off x="16891" y="16891"/>
              <a:ext cx="4389120" cy="341376"/>
            </a:xfrm>
            <a:custGeom>
              <a:avLst/>
              <a:gdLst/>
              <a:ahLst/>
              <a:cxnLst/>
              <a:rect l="l" t="t" r="r" b="b"/>
              <a:pathLst>
                <a:path w="4389120" h="341376" fill="norm" stroke="1" extrusionOk="0">
                  <a:moveTo>
                    <a:pt x="0" y="0"/>
                  </a:moveTo>
                  <a:lnTo>
                    <a:pt x="4389120" y="0"/>
                  </a:lnTo>
                  <a:lnTo>
                    <a:pt x="4389120" y="341376"/>
                  </a:lnTo>
                  <a:lnTo>
                    <a:pt x="0" y="341376"/>
                  </a:lnTo>
                  <a:close/>
                </a:path>
              </a:pathLst>
            </a:custGeom>
            <a:solidFill>
              <a:srgbClr val="E2E8F0"/>
            </a:solidFill>
          </p:spPr>
        </p:sp>
        <p:sp>
          <p:nvSpPr>
            <p:cNvPr id="61" name="Freeform 61"/>
            <p:cNvSpPr/>
            <p:nvPr/>
          </p:nvSpPr>
          <p:spPr bwMode="auto">
            <a:xfrm rot="0" flipH="0" flipV="0">
              <a:off x="0" y="0"/>
              <a:ext cx="4422902" cy="375160"/>
            </a:xfrm>
            <a:custGeom>
              <a:avLst/>
              <a:gdLst/>
              <a:ahLst/>
              <a:cxnLst/>
              <a:rect l="l" t="t" r="r" b="b"/>
              <a:pathLst>
                <a:path w="4422902" h="375160" fill="norm" stroke="1" extrusionOk="0">
                  <a:moveTo>
                    <a:pt x="16891" y="0"/>
                  </a:moveTo>
                  <a:lnTo>
                    <a:pt x="4406011" y="0"/>
                  </a:lnTo>
                  <a:cubicBezTo>
                    <a:pt x="4415409" y="0"/>
                    <a:pt x="4422902" y="7620"/>
                    <a:pt x="4422902" y="16891"/>
                  </a:cubicBezTo>
                  <a:lnTo>
                    <a:pt x="4422902" y="358267"/>
                  </a:lnTo>
                  <a:cubicBezTo>
                    <a:pt x="4422902" y="367665"/>
                    <a:pt x="4415282" y="375158"/>
                    <a:pt x="4406011" y="375158"/>
                  </a:cubicBezTo>
                  <a:lnTo>
                    <a:pt x="16891" y="375158"/>
                  </a:lnTo>
                  <a:cubicBezTo>
                    <a:pt x="7620" y="375285"/>
                    <a:pt x="0" y="367665"/>
                    <a:pt x="0" y="358267"/>
                  </a:cubicBezTo>
                  <a:lnTo>
                    <a:pt x="0" y="16891"/>
                  </a:lnTo>
                  <a:cubicBezTo>
                    <a:pt x="0" y="7620"/>
                    <a:pt x="7620" y="0"/>
                    <a:pt x="16891" y="0"/>
                  </a:cubicBezTo>
                  <a:moveTo>
                    <a:pt x="16891" y="33909"/>
                  </a:moveTo>
                  <a:lnTo>
                    <a:pt x="16891" y="16891"/>
                  </a:lnTo>
                  <a:lnTo>
                    <a:pt x="33909" y="16891"/>
                  </a:lnTo>
                  <a:lnTo>
                    <a:pt x="33909" y="358267"/>
                  </a:lnTo>
                  <a:lnTo>
                    <a:pt x="16891" y="358267"/>
                  </a:lnTo>
                  <a:lnTo>
                    <a:pt x="16891" y="341376"/>
                  </a:lnTo>
                  <a:lnTo>
                    <a:pt x="4406011" y="341376"/>
                  </a:lnTo>
                  <a:lnTo>
                    <a:pt x="4406011" y="358267"/>
                  </a:lnTo>
                  <a:lnTo>
                    <a:pt x="4389120" y="358267"/>
                  </a:lnTo>
                  <a:lnTo>
                    <a:pt x="4389120" y="16891"/>
                  </a:lnTo>
                  <a:lnTo>
                    <a:pt x="4406011" y="16891"/>
                  </a:lnTo>
                  <a:lnTo>
                    <a:pt x="4406011" y="33909"/>
                  </a:lnTo>
                  <a:lnTo>
                    <a:pt x="16891" y="33909"/>
                  </a:lnTo>
                  <a:close/>
                </a:path>
              </a:pathLst>
            </a:custGeom>
            <a:solidFill>
              <a:srgbClr val="E2E8F0"/>
            </a:solidFill>
          </p:spPr>
        </p:sp>
      </p:grpSp>
      <p:grpSp>
        <p:nvGrpSpPr>
          <p:cNvPr id="2043780279" name="Group 62"/>
          <p:cNvGrpSpPr/>
          <p:nvPr/>
        </p:nvGrpSpPr>
        <p:grpSpPr bwMode="auto">
          <a:xfrm rot="0">
            <a:off x="640080" y="8686800"/>
            <a:ext cx="5303520" cy="548640"/>
            <a:chOff x="0" y="0"/>
            <a:chExt cx="7071360" cy="731520"/>
          </a:xfrm>
        </p:grpSpPr>
        <p:sp>
          <p:nvSpPr>
            <p:cNvPr id="63" name="Freeform 63"/>
            <p:cNvSpPr/>
            <p:nvPr/>
          </p:nvSpPr>
          <p:spPr bwMode="auto">
            <a:xfrm rot="0" flipH="0" flipV="0">
              <a:off x="0" y="0"/>
              <a:ext cx="7071360" cy="731520"/>
            </a:xfrm>
            <a:custGeom>
              <a:avLst/>
              <a:gdLst/>
              <a:ahLst/>
              <a:cxnLst/>
              <a:rect l="l" t="t" r="r" b="b"/>
              <a:pathLst>
                <a:path w="7071360" h="731520" fill="norm" stroke="1" extrusionOk="0">
                  <a:moveTo>
                    <a:pt x="0" y="0"/>
                  </a:moveTo>
                  <a:lnTo>
                    <a:pt x="7071360" y="0"/>
                  </a:lnTo>
                  <a:lnTo>
                    <a:pt x="7071360" y="731520"/>
                  </a:lnTo>
                  <a:lnTo>
                    <a:pt x="0" y="731520"/>
                  </a:lnTo>
                  <a:close/>
                </a:path>
              </a:pathLst>
            </a:custGeom>
            <a:blipFill rotWithShape="1">
              <a:blip r:embed="rId3">
                <a:alphaModFix amt="0"/>
              </a:blip>
              <a:stretch>
                <a:fillRect l="0" t="-138355" r="0" b="-138355"/>
              </a:stretch>
            </a:blipFill>
          </p:spPr>
        </p:sp>
        <p:sp>
          <p:nvSpPr>
            <p:cNvPr id="64" name="TextBox 64"/>
            <p:cNvSpPr txBox="1"/>
            <p:nvPr/>
          </p:nvSpPr>
          <p:spPr bwMode="auto">
            <a:xfrm>
              <a:off x="0" y="-38100"/>
              <a:ext cx="7071360" cy="769620"/>
            </a:xfrm>
            <a:prstGeom prst="rect">
              <a:avLst/>
            </a:prstGeom>
            <a:grpFill/>
          </p:spPr>
          <p:txBody>
            <a:bodyPr lIns="0" tIns="0" rIns="0" bIns="0" rtlCol="0" anchor="ctr"/>
            <a:lstStyle/>
            <a:p>
              <a:pPr algn="ctr">
                <a:lnSpc>
                  <a:spcPts val="2400"/>
                </a:lnSpc>
                <a:defRPr/>
              </a:pPr>
              <a:r>
                <a:rPr lang="en-US" sz="2000">
                  <a:solidFill>
                    <a:srgbClr val="64748B"/>
                  </a:solidFill>
                  <a:latin typeface="Calibri (MS)"/>
                  <a:ea typeface="Calibri (MS)"/>
                  <a:cs typeface="Calibri (MS)"/>
                </a:rPr>
                <a:t>Home / Dashboard</a:t>
              </a:r>
              <a:endParaRPr/>
            </a:p>
          </p:txBody>
        </p:sp>
      </p:grpSp>
      <p:grpSp>
        <p:nvGrpSpPr>
          <p:cNvPr id="452544737" name="Group 65"/>
          <p:cNvGrpSpPr/>
          <p:nvPr/>
        </p:nvGrpSpPr>
        <p:grpSpPr bwMode="auto">
          <a:xfrm rot="0">
            <a:off x="6381750" y="5833110"/>
            <a:ext cx="5341620" cy="3238500"/>
            <a:chOff x="0" y="0"/>
            <a:chExt cx="7122160" cy="4318000"/>
          </a:xfrm>
        </p:grpSpPr>
        <p:sp>
          <p:nvSpPr>
            <p:cNvPr id="66" name="Freeform 66"/>
            <p:cNvSpPr/>
            <p:nvPr/>
          </p:nvSpPr>
          <p:spPr bwMode="auto">
            <a:xfrm rot="0" flipH="0" flipV="0">
              <a:off x="25400" y="25400"/>
              <a:ext cx="7071360" cy="4267200"/>
            </a:xfrm>
            <a:custGeom>
              <a:avLst/>
              <a:gdLst/>
              <a:ahLst/>
              <a:cxnLst/>
              <a:rect l="l" t="t" r="r" b="b"/>
              <a:pathLst>
                <a:path w="7071360" h="4267200" fill="norm" stroke="1" extrusionOk="0">
                  <a:moveTo>
                    <a:pt x="0" y="0"/>
                  </a:moveTo>
                  <a:lnTo>
                    <a:pt x="7071360" y="0"/>
                  </a:lnTo>
                  <a:lnTo>
                    <a:pt x="7071360" y="4267200"/>
                  </a:lnTo>
                  <a:lnTo>
                    <a:pt x="0" y="4267200"/>
                  </a:lnTo>
                  <a:close/>
                </a:path>
              </a:pathLst>
            </a:custGeom>
            <a:solidFill>
              <a:srgbClr val="EFF6FF"/>
            </a:solidFill>
          </p:spPr>
        </p:sp>
        <p:sp>
          <p:nvSpPr>
            <p:cNvPr id="67" name="Freeform 67"/>
            <p:cNvSpPr/>
            <p:nvPr/>
          </p:nvSpPr>
          <p:spPr bwMode="auto">
            <a:xfrm rot="0" flipH="0" flipV="0">
              <a:off x="0" y="0"/>
              <a:ext cx="7122160" cy="4318000"/>
            </a:xfrm>
            <a:custGeom>
              <a:avLst/>
              <a:gdLst/>
              <a:ahLst/>
              <a:cxnLst/>
              <a:rect l="l" t="t" r="r" b="b"/>
              <a:pathLst>
                <a:path w="7122160" h="4318000" fill="norm" stroke="1" extrusionOk="0">
                  <a:moveTo>
                    <a:pt x="25400" y="0"/>
                  </a:moveTo>
                  <a:lnTo>
                    <a:pt x="7096760" y="0"/>
                  </a:lnTo>
                  <a:cubicBezTo>
                    <a:pt x="7110730" y="0"/>
                    <a:pt x="7122160" y="11430"/>
                    <a:pt x="7122160" y="25400"/>
                  </a:cubicBezTo>
                  <a:lnTo>
                    <a:pt x="7122160" y="4292600"/>
                  </a:lnTo>
                  <a:cubicBezTo>
                    <a:pt x="7122160" y="4306570"/>
                    <a:pt x="7110730" y="4318000"/>
                    <a:pt x="7096760" y="4318000"/>
                  </a:cubicBezTo>
                  <a:lnTo>
                    <a:pt x="25400" y="4318000"/>
                  </a:lnTo>
                  <a:cubicBezTo>
                    <a:pt x="11430" y="4318000"/>
                    <a:pt x="0" y="4306570"/>
                    <a:pt x="0" y="4292600"/>
                  </a:cubicBezTo>
                  <a:lnTo>
                    <a:pt x="0" y="25400"/>
                  </a:lnTo>
                  <a:cubicBezTo>
                    <a:pt x="0" y="11430"/>
                    <a:pt x="11430" y="0"/>
                    <a:pt x="25400" y="0"/>
                  </a:cubicBezTo>
                  <a:moveTo>
                    <a:pt x="25400" y="50800"/>
                  </a:moveTo>
                  <a:lnTo>
                    <a:pt x="25400" y="25400"/>
                  </a:lnTo>
                  <a:lnTo>
                    <a:pt x="50800" y="25400"/>
                  </a:lnTo>
                  <a:lnTo>
                    <a:pt x="50800" y="4292600"/>
                  </a:lnTo>
                  <a:lnTo>
                    <a:pt x="25400" y="4292600"/>
                  </a:lnTo>
                  <a:lnTo>
                    <a:pt x="25400" y="4267200"/>
                  </a:lnTo>
                  <a:lnTo>
                    <a:pt x="7096760" y="4267200"/>
                  </a:lnTo>
                  <a:lnTo>
                    <a:pt x="7096760" y="4292600"/>
                  </a:lnTo>
                  <a:lnTo>
                    <a:pt x="7071360" y="4292600"/>
                  </a:lnTo>
                  <a:lnTo>
                    <a:pt x="7071360" y="25400"/>
                  </a:lnTo>
                  <a:lnTo>
                    <a:pt x="7096760" y="25400"/>
                  </a:lnTo>
                  <a:lnTo>
                    <a:pt x="7096760" y="50800"/>
                  </a:lnTo>
                  <a:lnTo>
                    <a:pt x="25400" y="50800"/>
                  </a:lnTo>
                  <a:close/>
                </a:path>
              </a:pathLst>
            </a:custGeom>
            <a:solidFill>
              <a:srgbClr val="06B6D4"/>
            </a:solidFill>
          </p:spPr>
        </p:sp>
      </p:grpSp>
      <p:grpSp>
        <p:nvGrpSpPr>
          <p:cNvPr id="995019326" name="Group 68"/>
          <p:cNvGrpSpPr/>
          <p:nvPr/>
        </p:nvGrpSpPr>
        <p:grpSpPr bwMode="auto">
          <a:xfrm rot="0">
            <a:off x="6570983" y="6022343"/>
            <a:ext cx="4963163" cy="427739"/>
            <a:chOff x="0" y="0"/>
            <a:chExt cx="6617551" cy="570319"/>
          </a:xfrm>
        </p:grpSpPr>
        <p:sp>
          <p:nvSpPr>
            <p:cNvPr id="69" name="Freeform 69"/>
            <p:cNvSpPr/>
            <p:nvPr/>
          </p:nvSpPr>
          <p:spPr bwMode="auto">
            <a:xfrm rot="0" flipH="0" flipV="0">
              <a:off x="16891" y="16891"/>
              <a:ext cx="6583681" cy="536448"/>
            </a:xfrm>
            <a:custGeom>
              <a:avLst/>
              <a:gdLst/>
              <a:ahLst/>
              <a:cxnLst/>
              <a:rect l="l" t="t" r="r" b="b"/>
              <a:pathLst>
                <a:path w="6583681" h="536448" fill="norm" stroke="1" extrusionOk="0">
                  <a:moveTo>
                    <a:pt x="0" y="0"/>
                  </a:moveTo>
                  <a:lnTo>
                    <a:pt x="6583681" y="0"/>
                  </a:lnTo>
                  <a:lnTo>
                    <a:pt x="6583681" y="536448"/>
                  </a:lnTo>
                  <a:lnTo>
                    <a:pt x="0" y="536448"/>
                  </a:lnTo>
                  <a:close/>
                </a:path>
              </a:pathLst>
            </a:custGeom>
            <a:solidFill>
              <a:srgbClr val="0891B2"/>
            </a:solidFill>
          </p:spPr>
        </p:sp>
        <p:sp>
          <p:nvSpPr>
            <p:cNvPr id="70" name="Freeform 70"/>
            <p:cNvSpPr/>
            <p:nvPr/>
          </p:nvSpPr>
          <p:spPr bwMode="auto">
            <a:xfrm rot="0" flipH="0" flipV="0">
              <a:off x="0" y="0"/>
              <a:ext cx="6617462" cy="570232"/>
            </a:xfrm>
            <a:custGeom>
              <a:avLst/>
              <a:gdLst/>
              <a:ahLst/>
              <a:cxnLst/>
              <a:rect l="l" t="t" r="r" b="b"/>
              <a:pathLst>
                <a:path w="6617462" h="570232" fill="norm" stroke="1" extrusionOk="0">
                  <a:moveTo>
                    <a:pt x="16891" y="0"/>
                  </a:moveTo>
                  <a:lnTo>
                    <a:pt x="6600572" y="0"/>
                  </a:lnTo>
                  <a:cubicBezTo>
                    <a:pt x="6609969" y="0"/>
                    <a:pt x="6617462" y="7620"/>
                    <a:pt x="6617462" y="16891"/>
                  </a:cubicBezTo>
                  <a:lnTo>
                    <a:pt x="6617462" y="553339"/>
                  </a:lnTo>
                  <a:cubicBezTo>
                    <a:pt x="6617462" y="562737"/>
                    <a:pt x="6609842" y="570230"/>
                    <a:pt x="6600572"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6600572" y="536448"/>
                  </a:lnTo>
                  <a:lnTo>
                    <a:pt x="6600572" y="553339"/>
                  </a:lnTo>
                  <a:lnTo>
                    <a:pt x="6583680" y="553339"/>
                  </a:lnTo>
                  <a:lnTo>
                    <a:pt x="6583680" y="16891"/>
                  </a:lnTo>
                  <a:lnTo>
                    <a:pt x="6600572" y="16891"/>
                  </a:lnTo>
                  <a:lnTo>
                    <a:pt x="6600572" y="33909"/>
                  </a:lnTo>
                  <a:lnTo>
                    <a:pt x="16891" y="33909"/>
                  </a:lnTo>
                  <a:close/>
                </a:path>
              </a:pathLst>
            </a:custGeom>
            <a:solidFill>
              <a:srgbClr val="0891B2"/>
            </a:solidFill>
          </p:spPr>
        </p:sp>
      </p:grpSp>
      <p:grpSp>
        <p:nvGrpSpPr>
          <p:cNvPr id="281536363" name="Group 71"/>
          <p:cNvGrpSpPr/>
          <p:nvPr/>
        </p:nvGrpSpPr>
        <p:grpSpPr bwMode="auto">
          <a:xfrm rot="0">
            <a:off x="6662423" y="6570983"/>
            <a:ext cx="4780283" cy="281435"/>
            <a:chOff x="0" y="0"/>
            <a:chExt cx="6373711" cy="375247"/>
          </a:xfrm>
        </p:grpSpPr>
        <p:sp>
          <p:nvSpPr>
            <p:cNvPr id="72" name="Freeform 72"/>
            <p:cNvSpPr/>
            <p:nvPr/>
          </p:nvSpPr>
          <p:spPr bwMode="auto">
            <a:xfrm rot="0" flipH="0" flipV="0">
              <a:off x="16891" y="16891"/>
              <a:ext cx="6339840" cy="341376"/>
            </a:xfrm>
            <a:custGeom>
              <a:avLst/>
              <a:gdLst/>
              <a:ahLst/>
              <a:cxnLst/>
              <a:rect l="l" t="t" r="r" b="b"/>
              <a:pathLst>
                <a:path w="6339840" h="341376" fill="norm" stroke="1" extrusionOk="0">
                  <a:moveTo>
                    <a:pt x="0" y="0"/>
                  </a:moveTo>
                  <a:lnTo>
                    <a:pt x="6339840" y="0"/>
                  </a:lnTo>
                  <a:lnTo>
                    <a:pt x="6339840" y="341376"/>
                  </a:lnTo>
                  <a:lnTo>
                    <a:pt x="0" y="341376"/>
                  </a:lnTo>
                  <a:close/>
                </a:path>
              </a:pathLst>
            </a:custGeom>
            <a:solidFill>
              <a:srgbClr val="E2E8F0"/>
            </a:solidFill>
          </p:spPr>
        </p:sp>
        <p:sp>
          <p:nvSpPr>
            <p:cNvPr id="73" name="Freeform 73"/>
            <p:cNvSpPr/>
            <p:nvPr/>
          </p:nvSpPr>
          <p:spPr bwMode="auto">
            <a:xfrm rot="0" flipH="0" flipV="0">
              <a:off x="0" y="0"/>
              <a:ext cx="6373622" cy="375160"/>
            </a:xfrm>
            <a:custGeom>
              <a:avLst/>
              <a:gdLst/>
              <a:ahLst/>
              <a:cxnLst/>
              <a:rect l="l" t="t" r="r" b="b"/>
              <a:pathLst>
                <a:path w="6373622" h="375160" fill="norm" stroke="1" extrusionOk="0">
                  <a:moveTo>
                    <a:pt x="16891" y="0"/>
                  </a:moveTo>
                  <a:lnTo>
                    <a:pt x="6356731" y="0"/>
                  </a:lnTo>
                  <a:cubicBezTo>
                    <a:pt x="6366129" y="0"/>
                    <a:pt x="6373622" y="7620"/>
                    <a:pt x="6373622" y="16891"/>
                  </a:cubicBezTo>
                  <a:lnTo>
                    <a:pt x="6373622" y="358267"/>
                  </a:lnTo>
                  <a:cubicBezTo>
                    <a:pt x="6373622" y="367665"/>
                    <a:pt x="6366002" y="375158"/>
                    <a:pt x="6356731" y="375158"/>
                  </a:cubicBezTo>
                  <a:lnTo>
                    <a:pt x="16891" y="375158"/>
                  </a:lnTo>
                  <a:cubicBezTo>
                    <a:pt x="7620" y="375285"/>
                    <a:pt x="0" y="367665"/>
                    <a:pt x="0" y="358267"/>
                  </a:cubicBezTo>
                  <a:lnTo>
                    <a:pt x="0" y="16891"/>
                  </a:lnTo>
                  <a:cubicBezTo>
                    <a:pt x="0" y="7620"/>
                    <a:pt x="7620" y="0"/>
                    <a:pt x="16891" y="0"/>
                  </a:cubicBezTo>
                  <a:moveTo>
                    <a:pt x="16891" y="33909"/>
                  </a:moveTo>
                  <a:lnTo>
                    <a:pt x="16891" y="16891"/>
                  </a:lnTo>
                  <a:lnTo>
                    <a:pt x="33909" y="16891"/>
                  </a:lnTo>
                  <a:lnTo>
                    <a:pt x="33909" y="358267"/>
                  </a:lnTo>
                  <a:lnTo>
                    <a:pt x="16891" y="358267"/>
                  </a:lnTo>
                  <a:lnTo>
                    <a:pt x="16891" y="341376"/>
                  </a:lnTo>
                  <a:lnTo>
                    <a:pt x="6356731" y="341376"/>
                  </a:lnTo>
                  <a:lnTo>
                    <a:pt x="6356731" y="358267"/>
                  </a:lnTo>
                  <a:lnTo>
                    <a:pt x="6339840" y="358267"/>
                  </a:lnTo>
                  <a:lnTo>
                    <a:pt x="6339840" y="16891"/>
                  </a:lnTo>
                  <a:lnTo>
                    <a:pt x="6356731" y="16891"/>
                  </a:lnTo>
                  <a:lnTo>
                    <a:pt x="6356731" y="33909"/>
                  </a:lnTo>
                  <a:lnTo>
                    <a:pt x="16891" y="33909"/>
                  </a:lnTo>
                  <a:close/>
                </a:path>
              </a:pathLst>
            </a:custGeom>
            <a:solidFill>
              <a:srgbClr val="E2E8F0"/>
            </a:solidFill>
          </p:spPr>
        </p:sp>
      </p:grpSp>
      <p:grpSp>
        <p:nvGrpSpPr>
          <p:cNvPr id="2140453032" name="Group 74"/>
          <p:cNvGrpSpPr/>
          <p:nvPr/>
        </p:nvGrpSpPr>
        <p:grpSpPr bwMode="auto">
          <a:xfrm rot="0">
            <a:off x="6662423" y="7119623"/>
            <a:ext cx="4048763" cy="281435"/>
            <a:chOff x="0" y="0"/>
            <a:chExt cx="5398351" cy="375247"/>
          </a:xfrm>
        </p:grpSpPr>
        <p:sp>
          <p:nvSpPr>
            <p:cNvPr id="75" name="Freeform 75"/>
            <p:cNvSpPr/>
            <p:nvPr/>
          </p:nvSpPr>
          <p:spPr bwMode="auto">
            <a:xfrm rot="0" flipH="0" flipV="0">
              <a:off x="16891" y="16891"/>
              <a:ext cx="5364480" cy="341376"/>
            </a:xfrm>
            <a:custGeom>
              <a:avLst/>
              <a:gdLst/>
              <a:ahLst/>
              <a:cxnLst/>
              <a:rect l="l" t="t" r="r" b="b"/>
              <a:pathLst>
                <a:path w="5364480" h="341376" fill="norm" stroke="1" extrusionOk="0">
                  <a:moveTo>
                    <a:pt x="0" y="0"/>
                  </a:moveTo>
                  <a:lnTo>
                    <a:pt x="5364480" y="0"/>
                  </a:lnTo>
                  <a:lnTo>
                    <a:pt x="5364480" y="341376"/>
                  </a:lnTo>
                  <a:lnTo>
                    <a:pt x="0" y="341376"/>
                  </a:lnTo>
                  <a:close/>
                </a:path>
              </a:pathLst>
            </a:custGeom>
            <a:solidFill>
              <a:srgbClr val="E2E8F0"/>
            </a:solidFill>
          </p:spPr>
        </p:sp>
        <p:sp>
          <p:nvSpPr>
            <p:cNvPr id="76" name="Freeform 76"/>
            <p:cNvSpPr/>
            <p:nvPr/>
          </p:nvSpPr>
          <p:spPr bwMode="auto">
            <a:xfrm rot="0" flipH="0" flipV="0">
              <a:off x="0" y="0"/>
              <a:ext cx="5398262" cy="375160"/>
            </a:xfrm>
            <a:custGeom>
              <a:avLst/>
              <a:gdLst/>
              <a:ahLst/>
              <a:cxnLst/>
              <a:rect l="l" t="t" r="r" b="b"/>
              <a:pathLst>
                <a:path w="5398262" h="375160" fill="norm" stroke="1" extrusionOk="0">
                  <a:moveTo>
                    <a:pt x="16891" y="0"/>
                  </a:moveTo>
                  <a:lnTo>
                    <a:pt x="5381371" y="0"/>
                  </a:lnTo>
                  <a:cubicBezTo>
                    <a:pt x="5390769" y="0"/>
                    <a:pt x="5398262" y="7620"/>
                    <a:pt x="5398262" y="16891"/>
                  </a:cubicBezTo>
                  <a:lnTo>
                    <a:pt x="5398262" y="358267"/>
                  </a:lnTo>
                  <a:cubicBezTo>
                    <a:pt x="5398262" y="367665"/>
                    <a:pt x="5390642" y="375158"/>
                    <a:pt x="5381371" y="375158"/>
                  </a:cubicBezTo>
                  <a:lnTo>
                    <a:pt x="16891" y="375158"/>
                  </a:lnTo>
                  <a:cubicBezTo>
                    <a:pt x="7620" y="375285"/>
                    <a:pt x="0" y="367665"/>
                    <a:pt x="0" y="358267"/>
                  </a:cubicBezTo>
                  <a:lnTo>
                    <a:pt x="0" y="16891"/>
                  </a:lnTo>
                  <a:cubicBezTo>
                    <a:pt x="0" y="7620"/>
                    <a:pt x="7620" y="0"/>
                    <a:pt x="16891" y="0"/>
                  </a:cubicBezTo>
                  <a:moveTo>
                    <a:pt x="16891" y="33909"/>
                  </a:moveTo>
                  <a:lnTo>
                    <a:pt x="16891" y="16891"/>
                  </a:lnTo>
                  <a:lnTo>
                    <a:pt x="33909" y="16891"/>
                  </a:lnTo>
                  <a:lnTo>
                    <a:pt x="33909" y="358267"/>
                  </a:lnTo>
                  <a:lnTo>
                    <a:pt x="16891" y="358267"/>
                  </a:lnTo>
                  <a:lnTo>
                    <a:pt x="16891" y="341376"/>
                  </a:lnTo>
                  <a:lnTo>
                    <a:pt x="5381371" y="341376"/>
                  </a:lnTo>
                  <a:lnTo>
                    <a:pt x="5381371" y="358267"/>
                  </a:lnTo>
                  <a:lnTo>
                    <a:pt x="5364480" y="358267"/>
                  </a:lnTo>
                  <a:lnTo>
                    <a:pt x="5364480" y="16891"/>
                  </a:lnTo>
                  <a:lnTo>
                    <a:pt x="5381371" y="16891"/>
                  </a:lnTo>
                  <a:lnTo>
                    <a:pt x="5381371" y="33909"/>
                  </a:lnTo>
                  <a:lnTo>
                    <a:pt x="16891" y="33909"/>
                  </a:lnTo>
                  <a:close/>
                </a:path>
              </a:pathLst>
            </a:custGeom>
            <a:solidFill>
              <a:srgbClr val="E2E8F0"/>
            </a:solidFill>
          </p:spPr>
        </p:sp>
      </p:grpSp>
      <p:grpSp>
        <p:nvGrpSpPr>
          <p:cNvPr id="1081700734" name="Group 77"/>
          <p:cNvGrpSpPr/>
          <p:nvPr/>
        </p:nvGrpSpPr>
        <p:grpSpPr bwMode="auto">
          <a:xfrm rot="0">
            <a:off x="6662423" y="7668263"/>
            <a:ext cx="3317243" cy="281435"/>
            <a:chOff x="0" y="0"/>
            <a:chExt cx="4422991" cy="375247"/>
          </a:xfrm>
        </p:grpSpPr>
        <p:sp>
          <p:nvSpPr>
            <p:cNvPr id="78" name="Freeform 78"/>
            <p:cNvSpPr/>
            <p:nvPr/>
          </p:nvSpPr>
          <p:spPr bwMode="auto">
            <a:xfrm rot="0" flipH="0" flipV="0">
              <a:off x="16891" y="16891"/>
              <a:ext cx="4389120" cy="341376"/>
            </a:xfrm>
            <a:custGeom>
              <a:avLst/>
              <a:gdLst/>
              <a:ahLst/>
              <a:cxnLst/>
              <a:rect l="l" t="t" r="r" b="b"/>
              <a:pathLst>
                <a:path w="4389120" h="341376" fill="norm" stroke="1" extrusionOk="0">
                  <a:moveTo>
                    <a:pt x="0" y="0"/>
                  </a:moveTo>
                  <a:lnTo>
                    <a:pt x="4389120" y="0"/>
                  </a:lnTo>
                  <a:lnTo>
                    <a:pt x="4389120" y="341376"/>
                  </a:lnTo>
                  <a:lnTo>
                    <a:pt x="0" y="341376"/>
                  </a:lnTo>
                  <a:close/>
                </a:path>
              </a:pathLst>
            </a:custGeom>
            <a:solidFill>
              <a:srgbClr val="E2E8F0"/>
            </a:solidFill>
          </p:spPr>
        </p:sp>
        <p:sp>
          <p:nvSpPr>
            <p:cNvPr id="79" name="Freeform 79"/>
            <p:cNvSpPr/>
            <p:nvPr/>
          </p:nvSpPr>
          <p:spPr bwMode="auto">
            <a:xfrm rot="0" flipH="0" flipV="0">
              <a:off x="0" y="0"/>
              <a:ext cx="4422902" cy="375160"/>
            </a:xfrm>
            <a:custGeom>
              <a:avLst/>
              <a:gdLst/>
              <a:ahLst/>
              <a:cxnLst/>
              <a:rect l="l" t="t" r="r" b="b"/>
              <a:pathLst>
                <a:path w="4422902" h="375160" fill="norm" stroke="1" extrusionOk="0">
                  <a:moveTo>
                    <a:pt x="16891" y="0"/>
                  </a:moveTo>
                  <a:lnTo>
                    <a:pt x="4406011" y="0"/>
                  </a:lnTo>
                  <a:cubicBezTo>
                    <a:pt x="4415409" y="0"/>
                    <a:pt x="4422902" y="7620"/>
                    <a:pt x="4422902" y="16891"/>
                  </a:cubicBezTo>
                  <a:lnTo>
                    <a:pt x="4422902" y="358267"/>
                  </a:lnTo>
                  <a:cubicBezTo>
                    <a:pt x="4422902" y="367665"/>
                    <a:pt x="4415282" y="375158"/>
                    <a:pt x="4406011" y="375158"/>
                  </a:cubicBezTo>
                  <a:lnTo>
                    <a:pt x="16891" y="375158"/>
                  </a:lnTo>
                  <a:cubicBezTo>
                    <a:pt x="7620" y="375285"/>
                    <a:pt x="0" y="367665"/>
                    <a:pt x="0" y="358267"/>
                  </a:cubicBezTo>
                  <a:lnTo>
                    <a:pt x="0" y="16891"/>
                  </a:lnTo>
                  <a:cubicBezTo>
                    <a:pt x="0" y="7620"/>
                    <a:pt x="7620" y="0"/>
                    <a:pt x="16891" y="0"/>
                  </a:cubicBezTo>
                  <a:moveTo>
                    <a:pt x="16891" y="33909"/>
                  </a:moveTo>
                  <a:lnTo>
                    <a:pt x="16891" y="16891"/>
                  </a:lnTo>
                  <a:lnTo>
                    <a:pt x="33909" y="16891"/>
                  </a:lnTo>
                  <a:lnTo>
                    <a:pt x="33909" y="358267"/>
                  </a:lnTo>
                  <a:lnTo>
                    <a:pt x="16891" y="358267"/>
                  </a:lnTo>
                  <a:lnTo>
                    <a:pt x="16891" y="341376"/>
                  </a:lnTo>
                  <a:lnTo>
                    <a:pt x="4406011" y="341376"/>
                  </a:lnTo>
                  <a:lnTo>
                    <a:pt x="4406011" y="358267"/>
                  </a:lnTo>
                  <a:lnTo>
                    <a:pt x="4389120" y="358267"/>
                  </a:lnTo>
                  <a:lnTo>
                    <a:pt x="4389120" y="16891"/>
                  </a:lnTo>
                  <a:lnTo>
                    <a:pt x="4406011" y="16891"/>
                  </a:lnTo>
                  <a:lnTo>
                    <a:pt x="4406011" y="33909"/>
                  </a:lnTo>
                  <a:lnTo>
                    <a:pt x="16891" y="33909"/>
                  </a:lnTo>
                  <a:close/>
                </a:path>
              </a:pathLst>
            </a:custGeom>
            <a:solidFill>
              <a:srgbClr val="E2E8F0"/>
            </a:solidFill>
          </p:spPr>
        </p:sp>
      </p:grpSp>
      <p:grpSp>
        <p:nvGrpSpPr>
          <p:cNvPr id="1230154186" name="Group 80"/>
          <p:cNvGrpSpPr/>
          <p:nvPr/>
        </p:nvGrpSpPr>
        <p:grpSpPr bwMode="auto">
          <a:xfrm rot="0">
            <a:off x="6400800" y="8686800"/>
            <a:ext cx="5303520" cy="548640"/>
            <a:chOff x="0" y="0"/>
            <a:chExt cx="7071360" cy="731520"/>
          </a:xfrm>
        </p:grpSpPr>
        <p:sp>
          <p:nvSpPr>
            <p:cNvPr id="81" name="Freeform 81"/>
            <p:cNvSpPr/>
            <p:nvPr/>
          </p:nvSpPr>
          <p:spPr bwMode="auto">
            <a:xfrm rot="0" flipH="0" flipV="0">
              <a:off x="0" y="0"/>
              <a:ext cx="7071360" cy="731520"/>
            </a:xfrm>
            <a:custGeom>
              <a:avLst/>
              <a:gdLst/>
              <a:ahLst/>
              <a:cxnLst/>
              <a:rect l="l" t="t" r="r" b="b"/>
              <a:pathLst>
                <a:path w="7071360" h="731520" fill="norm" stroke="1" extrusionOk="0">
                  <a:moveTo>
                    <a:pt x="0" y="0"/>
                  </a:moveTo>
                  <a:lnTo>
                    <a:pt x="7071360" y="0"/>
                  </a:lnTo>
                  <a:lnTo>
                    <a:pt x="7071360" y="731520"/>
                  </a:lnTo>
                  <a:lnTo>
                    <a:pt x="0" y="731520"/>
                  </a:lnTo>
                  <a:close/>
                </a:path>
              </a:pathLst>
            </a:custGeom>
            <a:blipFill rotWithShape="1">
              <a:blip r:embed="rId3">
                <a:alphaModFix amt="0"/>
              </a:blip>
              <a:stretch>
                <a:fillRect l="0" t="-138355" r="0" b="-138355"/>
              </a:stretch>
            </a:blipFill>
          </p:spPr>
        </p:sp>
        <p:sp>
          <p:nvSpPr>
            <p:cNvPr id="82" name="TextBox 82"/>
            <p:cNvSpPr txBox="1"/>
            <p:nvPr/>
          </p:nvSpPr>
          <p:spPr bwMode="auto">
            <a:xfrm>
              <a:off x="0" y="-38100"/>
              <a:ext cx="7071360" cy="769620"/>
            </a:xfrm>
            <a:prstGeom prst="rect">
              <a:avLst/>
            </a:prstGeom>
            <a:grpFill/>
          </p:spPr>
          <p:txBody>
            <a:bodyPr lIns="0" tIns="0" rIns="0" bIns="0" rtlCol="0" anchor="ctr"/>
            <a:lstStyle/>
            <a:p>
              <a:pPr algn="ctr">
                <a:lnSpc>
                  <a:spcPts val="2400"/>
                </a:lnSpc>
                <a:defRPr/>
              </a:pPr>
              <a:r>
                <a:rPr lang="en-US" sz="2000">
                  <a:solidFill>
                    <a:srgbClr val="64748B"/>
                  </a:solidFill>
                  <a:latin typeface="Calibri (MS)"/>
                  <a:ea typeface="Calibri (MS)"/>
                  <a:cs typeface="Calibri (MS)"/>
                </a:rPr>
                <a:t>Report Lost Item Form</a:t>
              </a:r>
              <a:endParaRPr/>
            </a:p>
          </p:txBody>
        </p:sp>
      </p:grpSp>
      <p:grpSp>
        <p:nvGrpSpPr>
          <p:cNvPr id="935538080" name="Group 83"/>
          <p:cNvGrpSpPr/>
          <p:nvPr/>
        </p:nvGrpSpPr>
        <p:grpSpPr bwMode="auto">
          <a:xfrm rot="0">
            <a:off x="12142470" y="5833110"/>
            <a:ext cx="5341620" cy="3238500"/>
            <a:chOff x="0" y="0"/>
            <a:chExt cx="7122160" cy="4318000"/>
          </a:xfrm>
        </p:grpSpPr>
        <p:sp>
          <p:nvSpPr>
            <p:cNvPr id="84" name="Freeform 84"/>
            <p:cNvSpPr/>
            <p:nvPr/>
          </p:nvSpPr>
          <p:spPr bwMode="auto">
            <a:xfrm rot="0" flipH="0" flipV="0">
              <a:off x="25400" y="25400"/>
              <a:ext cx="7071360" cy="4267200"/>
            </a:xfrm>
            <a:custGeom>
              <a:avLst/>
              <a:gdLst/>
              <a:ahLst/>
              <a:cxnLst/>
              <a:rect l="l" t="t" r="r" b="b"/>
              <a:pathLst>
                <a:path w="7071360" h="4267200" fill="norm" stroke="1" extrusionOk="0">
                  <a:moveTo>
                    <a:pt x="0" y="0"/>
                  </a:moveTo>
                  <a:lnTo>
                    <a:pt x="7071360" y="0"/>
                  </a:lnTo>
                  <a:lnTo>
                    <a:pt x="7071360" y="4267200"/>
                  </a:lnTo>
                  <a:lnTo>
                    <a:pt x="0" y="4267200"/>
                  </a:lnTo>
                  <a:close/>
                </a:path>
              </a:pathLst>
            </a:custGeom>
            <a:solidFill>
              <a:srgbClr val="EFF6FF"/>
            </a:solidFill>
          </p:spPr>
        </p:sp>
        <p:sp>
          <p:nvSpPr>
            <p:cNvPr id="85" name="Freeform 85"/>
            <p:cNvSpPr/>
            <p:nvPr/>
          </p:nvSpPr>
          <p:spPr bwMode="auto">
            <a:xfrm rot="0" flipH="0" flipV="0">
              <a:off x="0" y="0"/>
              <a:ext cx="7122160" cy="4318000"/>
            </a:xfrm>
            <a:custGeom>
              <a:avLst/>
              <a:gdLst/>
              <a:ahLst/>
              <a:cxnLst/>
              <a:rect l="l" t="t" r="r" b="b"/>
              <a:pathLst>
                <a:path w="7122160" h="4318000" fill="norm" stroke="1" extrusionOk="0">
                  <a:moveTo>
                    <a:pt x="25400" y="0"/>
                  </a:moveTo>
                  <a:lnTo>
                    <a:pt x="7096760" y="0"/>
                  </a:lnTo>
                  <a:cubicBezTo>
                    <a:pt x="7110730" y="0"/>
                    <a:pt x="7122160" y="11430"/>
                    <a:pt x="7122160" y="25400"/>
                  </a:cubicBezTo>
                  <a:lnTo>
                    <a:pt x="7122160" y="4292600"/>
                  </a:lnTo>
                  <a:cubicBezTo>
                    <a:pt x="7122160" y="4306570"/>
                    <a:pt x="7110730" y="4318000"/>
                    <a:pt x="7096760" y="4318000"/>
                  </a:cubicBezTo>
                  <a:lnTo>
                    <a:pt x="25400" y="4318000"/>
                  </a:lnTo>
                  <a:cubicBezTo>
                    <a:pt x="11430" y="4318000"/>
                    <a:pt x="0" y="4306570"/>
                    <a:pt x="0" y="4292600"/>
                  </a:cubicBezTo>
                  <a:lnTo>
                    <a:pt x="0" y="25400"/>
                  </a:lnTo>
                  <a:cubicBezTo>
                    <a:pt x="0" y="11430"/>
                    <a:pt x="11430" y="0"/>
                    <a:pt x="25400" y="0"/>
                  </a:cubicBezTo>
                  <a:moveTo>
                    <a:pt x="25400" y="50800"/>
                  </a:moveTo>
                  <a:lnTo>
                    <a:pt x="25400" y="25400"/>
                  </a:lnTo>
                  <a:lnTo>
                    <a:pt x="50800" y="25400"/>
                  </a:lnTo>
                  <a:lnTo>
                    <a:pt x="50800" y="4292600"/>
                  </a:lnTo>
                  <a:lnTo>
                    <a:pt x="25400" y="4292600"/>
                  </a:lnTo>
                  <a:lnTo>
                    <a:pt x="25400" y="4267200"/>
                  </a:lnTo>
                  <a:lnTo>
                    <a:pt x="7096760" y="4267200"/>
                  </a:lnTo>
                  <a:lnTo>
                    <a:pt x="7096760" y="4292600"/>
                  </a:lnTo>
                  <a:lnTo>
                    <a:pt x="7071360" y="4292600"/>
                  </a:lnTo>
                  <a:lnTo>
                    <a:pt x="7071360" y="25400"/>
                  </a:lnTo>
                  <a:lnTo>
                    <a:pt x="7096760" y="25400"/>
                  </a:lnTo>
                  <a:lnTo>
                    <a:pt x="7096760" y="50800"/>
                  </a:lnTo>
                  <a:lnTo>
                    <a:pt x="25400" y="50800"/>
                  </a:lnTo>
                  <a:close/>
                </a:path>
              </a:pathLst>
            </a:custGeom>
            <a:solidFill>
              <a:srgbClr val="06B6D4"/>
            </a:solidFill>
          </p:spPr>
        </p:sp>
      </p:grpSp>
      <p:grpSp>
        <p:nvGrpSpPr>
          <p:cNvPr id="67653409" name="Group 86"/>
          <p:cNvGrpSpPr/>
          <p:nvPr/>
        </p:nvGrpSpPr>
        <p:grpSpPr bwMode="auto">
          <a:xfrm rot="0">
            <a:off x="12331703" y="6022343"/>
            <a:ext cx="4963163" cy="427739"/>
            <a:chOff x="0" y="0"/>
            <a:chExt cx="6617551" cy="570319"/>
          </a:xfrm>
        </p:grpSpPr>
        <p:sp>
          <p:nvSpPr>
            <p:cNvPr id="87" name="Freeform 87"/>
            <p:cNvSpPr/>
            <p:nvPr/>
          </p:nvSpPr>
          <p:spPr bwMode="auto">
            <a:xfrm rot="0" flipH="0" flipV="0">
              <a:off x="16891" y="16891"/>
              <a:ext cx="6583681" cy="536448"/>
            </a:xfrm>
            <a:custGeom>
              <a:avLst/>
              <a:gdLst/>
              <a:ahLst/>
              <a:cxnLst/>
              <a:rect l="l" t="t" r="r" b="b"/>
              <a:pathLst>
                <a:path w="6583681" h="536448" fill="norm" stroke="1" extrusionOk="0">
                  <a:moveTo>
                    <a:pt x="0" y="0"/>
                  </a:moveTo>
                  <a:lnTo>
                    <a:pt x="6583681" y="0"/>
                  </a:lnTo>
                  <a:lnTo>
                    <a:pt x="6583681" y="536448"/>
                  </a:lnTo>
                  <a:lnTo>
                    <a:pt x="0" y="536448"/>
                  </a:lnTo>
                  <a:close/>
                </a:path>
              </a:pathLst>
            </a:custGeom>
            <a:solidFill>
              <a:srgbClr val="0891B2"/>
            </a:solidFill>
          </p:spPr>
        </p:sp>
        <p:sp>
          <p:nvSpPr>
            <p:cNvPr id="88" name="Freeform 88"/>
            <p:cNvSpPr/>
            <p:nvPr/>
          </p:nvSpPr>
          <p:spPr bwMode="auto">
            <a:xfrm rot="0" flipH="0" flipV="0">
              <a:off x="0" y="0"/>
              <a:ext cx="6617462" cy="570232"/>
            </a:xfrm>
            <a:custGeom>
              <a:avLst/>
              <a:gdLst/>
              <a:ahLst/>
              <a:cxnLst/>
              <a:rect l="l" t="t" r="r" b="b"/>
              <a:pathLst>
                <a:path w="6617462" h="570232" fill="norm" stroke="1" extrusionOk="0">
                  <a:moveTo>
                    <a:pt x="16891" y="0"/>
                  </a:moveTo>
                  <a:lnTo>
                    <a:pt x="6600572" y="0"/>
                  </a:lnTo>
                  <a:cubicBezTo>
                    <a:pt x="6609969" y="0"/>
                    <a:pt x="6617462" y="7620"/>
                    <a:pt x="6617462" y="16891"/>
                  </a:cubicBezTo>
                  <a:lnTo>
                    <a:pt x="6617462" y="553339"/>
                  </a:lnTo>
                  <a:cubicBezTo>
                    <a:pt x="6617462" y="562737"/>
                    <a:pt x="6609842" y="570230"/>
                    <a:pt x="6600572"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6600572" y="536448"/>
                  </a:lnTo>
                  <a:lnTo>
                    <a:pt x="6600572" y="553339"/>
                  </a:lnTo>
                  <a:lnTo>
                    <a:pt x="6583680" y="553339"/>
                  </a:lnTo>
                  <a:lnTo>
                    <a:pt x="6583680" y="16891"/>
                  </a:lnTo>
                  <a:lnTo>
                    <a:pt x="6600572" y="16891"/>
                  </a:lnTo>
                  <a:lnTo>
                    <a:pt x="6600572" y="33909"/>
                  </a:lnTo>
                  <a:lnTo>
                    <a:pt x="16891" y="33909"/>
                  </a:lnTo>
                  <a:close/>
                </a:path>
              </a:pathLst>
            </a:custGeom>
            <a:solidFill>
              <a:srgbClr val="0891B2"/>
            </a:solidFill>
          </p:spPr>
        </p:sp>
      </p:grpSp>
      <p:grpSp>
        <p:nvGrpSpPr>
          <p:cNvPr id="1241628650" name="Group 89"/>
          <p:cNvGrpSpPr/>
          <p:nvPr/>
        </p:nvGrpSpPr>
        <p:grpSpPr bwMode="auto">
          <a:xfrm rot="0">
            <a:off x="12423143" y="6570983"/>
            <a:ext cx="4780283" cy="281435"/>
            <a:chOff x="0" y="0"/>
            <a:chExt cx="6373711" cy="375247"/>
          </a:xfrm>
        </p:grpSpPr>
        <p:sp>
          <p:nvSpPr>
            <p:cNvPr id="90" name="Freeform 90"/>
            <p:cNvSpPr/>
            <p:nvPr/>
          </p:nvSpPr>
          <p:spPr bwMode="auto">
            <a:xfrm rot="0" flipH="0" flipV="0">
              <a:off x="16891" y="16891"/>
              <a:ext cx="6339840" cy="341376"/>
            </a:xfrm>
            <a:custGeom>
              <a:avLst/>
              <a:gdLst/>
              <a:ahLst/>
              <a:cxnLst/>
              <a:rect l="l" t="t" r="r" b="b"/>
              <a:pathLst>
                <a:path w="6339840" h="341376" fill="norm" stroke="1" extrusionOk="0">
                  <a:moveTo>
                    <a:pt x="0" y="0"/>
                  </a:moveTo>
                  <a:lnTo>
                    <a:pt x="6339840" y="0"/>
                  </a:lnTo>
                  <a:lnTo>
                    <a:pt x="6339840" y="341376"/>
                  </a:lnTo>
                  <a:lnTo>
                    <a:pt x="0" y="341376"/>
                  </a:lnTo>
                  <a:close/>
                </a:path>
              </a:pathLst>
            </a:custGeom>
            <a:solidFill>
              <a:srgbClr val="E2E8F0"/>
            </a:solidFill>
          </p:spPr>
        </p:sp>
        <p:sp>
          <p:nvSpPr>
            <p:cNvPr id="91" name="Freeform 91"/>
            <p:cNvSpPr/>
            <p:nvPr/>
          </p:nvSpPr>
          <p:spPr bwMode="auto">
            <a:xfrm rot="0" flipH="0" flipV="0">
              <a:off x="0" y="0"/>
              <a:ext cx="6373622" cy="375160"/>
            </a:xfrm>
            <a:custGeom>
              <a:avLst/>
              <a:gdLst/>
              <a:ahLst/>
              <a:cxnLst/>
              <a:rect l="l" t="t" r="r" b="b"/>
              <a:pathLst>
                <a:path w="6373622" h="375160" fill="norm" stroke="1" extrusionOk="0">
                  <a:moveTo>
                    <a:pt x="16891" y="0"/>
                  </a:moveTo>
                  <a:lnTo>
                    <a:pt x="6356731" y="0"/>
                  </a:lnTo>
                  <a:cubicBezTo>
                    <a:pt x="6366129" y="0"/>
                    <a:pt x="6373622" y="7620"/>
                    <a:pt x="6373622" y="16891"/>
                  </a:cubicBezTo>
                  <a:lnTo>
                    <a:pt x="6373622" y="358267"/>
                  </a:lnTo>
                  <a:cubicBezTo>
                    <a:pt x="6373622" y="367665"/>
                    <a:pt x="6366002" y="375158"/>
                    <a:pt x="6356731" y="375158"/>
                  </a:cubicBezTo>
                  <a:lnTo>
                    <a:pt x="16891" y="375158"/>
                  </a:lnTo>
                  <a:cubicBezTo>
                    <a:pt x="7620" y="375285"/>
                    <a:pt x="0" y="367665"/>
                    <a:pt x="0" y="358267"/>
                  </a:cubicBezTo>
                  <a:lnTo>
                    <a:pt x="0" y="16891"/>
                  </a:lnTo>
                  <a:cubicBezTo>
                    <a:pt x="0" y="7620"/>
                    <a:pt x="7620" y="0"/>
                    <a:pt x="16891" y="0"/>
                  </a:cubicBezTo>
                  <a:moveTo>
                    <a:pt x="16891" y="33909"/>
                  </a:moveTo>
                  <a:lnTo>
                    <a:pt x="16891" y="16891"/>
                  </a:lnTo>
                  <a:lnTo>
                    <a:pt x="33909" y="16891"/>
                  </a:lnTo>
                  <a:lnTo>
                    <a:pt x="33909" y="358267"/>
                  </a:lnTo>
                  <a:lnTo>
                    <a:pt x="16891" y="358267"/>
                  </a:lnTo>
                  <a:lnTo>
                    <a:pt x="16891" y="341376"/>
                  </a:lnTo>
                  <a:lnTo>
                    <a:pt x="6356731" y="341376"/>
                  </a:lnTo>
                  <a:lnTo>
                    <a:pt x="6356731" y="358267"/>
                  </a:lnTo>
                  <a:lnTo>
                    <a:pt x="6339840" y="358267"/>
                  </a:lnTo>
                  <a:lnTo>
                    <a:pt x="6339840" y="16891"/>
                  </a:lnTo>
                  <a:lnTo>
                    <a:pt x="6356731" y="16891"/>
                  </a:lnTo>
                  <a:lnTo>
                    <a:pt x="6356731" y="33909"/>
                  </a:lnTo>
                  <a:lnTo>
                    <a:pt x="16891" y="33909"/>
                  </a:lnTo>
                  <a:close/>
                </a:path>
              </a:pathLst>
            </a:custGeom>
            <a:solidFill>
              <a:srgbClr val="E2E8F0"/>
            </a:solidFill>
          </p:spPr>
        </p:sp>
      </p:grpSp>
      <p:grpSp>
        <p:nvGrpSpPr>
          <p:cNvPr id="349808722" name="Group 92"/>
          <p:cNvGrpSpPr/>
          <p:nvPr/>
        </p:nvGrpSpPr>
        <p:grpSpPr bwMode="auto">
          <a:xfrm rot="0">
            <a:off x="12423143" y="7119623"/>
            <a:ext cx="4048763" cy="281435"/>
            <a:chOff x="0" y="0"/>
            <a:chExt cx="5398351" cy="375247"/>
          </a:xfrm>
        </p:grpSpPr>
        <p:sp>
          <p:nvSpPr>
            <p:cNvPr id="93" name="Freeform 93"/>
            <p:cNvSpPr/>
            <p:nvPr/>
          </p:nvSpPr>
          <p:spPr bwMode="auto">
            <a:xfrm rot="0" flipH="0" flipV="0">
              <a:off x="16891" y="16891"/>
              <a:ext cx="5364480" cy="341376"/>
            </a:xfrm>
            <a:custGeom>
              <a:avLst/>
              <a:gdLst/>
              <a:ahLst/>
              <a:cxnLst/>
              <a:rect l="l" t="t" r="r" b="b"/>
              <a:pathLst>
                <a:path w="5364480" h="341376" fill="norm" stroke="1" extrusionOk="0">
                  <a:moveTo>
                    <a:pt x="0" y="0"/>
                  </a:moveTo>
                  <a:lnTo>
                    <a:pt x="5364480" y="0"/>
                  </a:lnTo>
                  <a:lnTo>
                    <a:pt x="5364480" y="341376"/>
                  </a:lnTo>
                  <a:lnTo>
                    <a:pt x="0" y="341376"/>
                  </a:lnTo>
                  <a:close/>
                </a:path>
              </a:pathLst>
            </a:custGeom>
            <a:solidFill>
              <a:srgbClr val="E2E8F0"/>
            </a:solidFill>
          </p:spPr>
        </p:sp>
        <p:sp>
          <p:nvSpPr>
            <p:cNvPr id="94" name="Freeform 94"/>
            <p:cNvSpPr/>
            <p:nvPr/>
          </p:nvSpPr>
          <p:spPr bwMode="auto">
            <a:xfrm rot="0" flipH="0" flipV="0">
              <a:off x="0" y="0"/>
              <a:ext cx="5398262" cy="375160"/>
            </a:xfrm>
            <a:custGeom>
              <a:avLst/>
              <a:gdLst/>
              <a:ahLst/>
              <a:cxnLst/>
              <a:rect l="l" t="t" r="r" b="b"/>
              <a:pathLst>
                <a:path w="5398262" h="375160" fill="norm" stroke="1" extrusionOk="0">
                  <a:moveTo>
                    <a:pt x="16891" y="0"/>
                  </a:moveTo>
                  <a:lnTo>
                    <a:pt x="5381371" y="0"/>
                  </a:lnTo>
                  <a:cubicBezTo>
                    <a:pt x="5390769" y="0"/>
                    <a:pt x="5398262" y="7620"/>
                    <a:pt x="5398262" y="16891"/>
                  </a:cubicBezTo>
                  <a:lnTo>
                    <a:pt x="5398262" y="358267"/>
                  </a:lnTo>
                  <a:cubicBezTo>
                    <a:pt x="5398262" y="367665"/>
                    <a:pt x="5390642" y="375158"/>
                    <a:pt x="5381371" y="375158"/>
                  </a:cubicBezTo>
                  <a:lnTo>
                    <a:pt x="16891" y="375158"/>
                  </a:lnTo>
                  <a:cubicBezTo>
                    <a:pt x="7620" y="375285"/>
                    <a:pt x="0" y="367665"/>
                    <a:pt x="0" y="358267"/>
                  </a:cubicBezTo>
                  <a:lnTo>
                    <a:pt x="0" y="16891"/>
                  </a:lnTo>
                  <a:cubicBezTo>
                    <a:pt x="0" y="7620"/>
                    <a:pt x="7620" y="0"/>
                    <a:pt x="16891" y="0"/>
                  </a:cubicBezTo>
                  <a:moveTo>
                    <a:pt x="16891" y="33909"/>
                  </a:moveTo>
                  <a:lnTo>
                    <a:pt x="16891" y="16891"/>
                  </a:lnTo>
                  <a:lnTo>
                    <a:pt x="33909" y="16891"/>
                  </a:lnTo>
                  <a:lnTo>
                    <a:pt x="33909" y="358267"/>
                  </a:lnTo>
                  <a:lnTo>
                    <a:pt x="16891" y="358267"/>
                  </a:lnTo>
                  <a:lnTo>
                    <a:pt x="16891" y="341376"/>
                  </a:lnTo>
                  <a:lnTo>
                    <a:pt x="5381371" y="341376"/>
                  </a:lnTo>
                  <a:lnTo>
                    <a:pt x="5381371" y="358267"/>
                  </a:lnTo>
                  <a:lnTo>
                    <a:pt x="5364480" y="358267"/>
                  </a:lnTo>
                  <a:lnTo>
                    <a:pt x="5364480" y="16891"/>
                  </a:lnTo>
                  <a:lnTo>
                    <a:pt x="5381371" y="16891"/>
                  </a:lnTo>
                  <a:lnTo>
                    <a:pt x="5381371" y="33909"/>
                  </a:lnTo>
                  <a:lnTo>
                    <a:pt x="16891" y="33909"/>
                  </a:lnTo>
                  <a:close/>
                </a:path>
              </a:pathLst>
            </a:custGeom>
            <a:solidFill>
              <a:srgbClr val="E2E8F0"/>
            </a:solidFill>
          </p:spPr>
        </p:sp>
      </p:grpSp>
      <p:grpSp>
        <p:nvGrpSpPr>
          <p:cNvPr id="1057023448" name="Group 95"/>
          <p:cNvGrpSpPr/>
          <p:nvPr/>
        </p:nvGrpSpPr>
        <p:grpSpPr bwMode="auto">
          <a:xfrm rot="0">
            <a:off x="12423143" y="7668263"/>
            <a:ext cx="3317243" cy="281435"/>
            <a:chOff x="0" y="0"/>
            <a:chExt cx="4422991" cy="375247"/>
          </a:xfrm>
        </p:grpSpPr>
        <p:sp>
          <p:nvSpPr>
            <p:cNvPr id="96" name="Freeform 96"/>
            <p:cNvSpPr/>
            <p:nvPr/>
          </p:nvSpPr>
          <p:spPr bwMode="auto">
            <a:xfrm rot="0" flipH="0" flipV="0">
              <a:off x="16891" y="16891"/>
              <a:ext cx="4389120" cy="341376"/>
            </a:xfrm>
            <a:custGeom>
              <a:avLst/>
              <a:gdLst/>
              <a:ahLst/>
              <a:cxnLst/>
              <a:rect l="l" t="t" r="r" b="b"/>
              <a:pathLst>
                <a:path w="4389120" h="341376" fill="norm" stroke="1" extrusionOk="0">
                  <a:moveTo>
                    <a:pt x="0" y="0"/>
                  </a:moveTo>
                  <a:lnTo>
                    <a:pt x="4389120" y="0"/>
                  </a:lnTo>
                  <a:lnTo>
                    <a:pt x="4389120" y="341376"/>
                  </a:lnTo>
                  <a:lnTo>
                    <a:pt x="0" y="341376"/>
                  </a:lnTo>
                  <a:close/>
                </a:path>
              </a:pathLst>
            </a:custGeom>
            <a:solidFill>
              <a:srgbClr val="E2E8F0"/>
            </a:solidFill>
          </p:spPr>
        </p:sp>
        <p:sp>
          <p:nvSpPr>
            <p:cNvPr id="97" name="Freeform 97"/>
            <p:cNvSpPr/>
            <p:nvPr/>
          </p:nvSpPr>
          <p:spPr bwMode="auto">
            <a:xfrm rot="0" flipH="0" flipV="0">
              <a:off x="0" y="0"/>
              <a:ext cx="4422902" cy="375160"/>
            </a:xfrm>
            <a:custGeom>
              <a:avLst/>
              <a:gdLst/>
              <a:ahLst/>
              <a:cxnLst/>
              <a:rect l="l" t="t" r="r" b="b"/>
              <a:pathLst>
                <a:path w="4422902" h="375160" fill="norm" stroke="1" extrusionOk="0">
                  <a:moveTo>
                    <a:pt x="16891" y="0"/>
                  </a:moveTo>
                  <a:lnTo>
                    <a:pt x="4406011" y="0"/>
                  </a:lnTo>
                  <a:cubicBezTo>
                    <a:pt x="4415409" y="0"/>
                    <a:pt x="4422902" y="7620"/>
                    <a:pt x="4422902" y="16891"/>
                  </a:cubicBezTo>
                  <a:lnTo>
                    <a:pt x="4422902" y="358267"/>
                  </a:lnTo>
                  <a:cubicBezTo>
                    <a:pt x="4422902" y="367665"/>
                    <a:pt x="4415282" y="375158"/>
                    <a:pt x="4406011" y="375158"/>
                  </a:cubicBezTo>
                  <a:lnTo>
                    <a:pt x="16891" y="375158"/>
                  </a:lnTo>
                  <a:cubicBezTo>
                    <a:pt x="7620" y="375285"/>
                    <a:pt x="0" y="367665"/>
                    <a:pt x="0" y="358267"/>
                  </a:cubicBezTo>
                  <a:lnTo>
                    <a:pt x="0" y="16891"/>
                  </a:lnTo>
                  <a:cubicBezTo>
                    <a:pt x="0" y="7620"/>
                    <a:pt x="7620" y="0"/>
                    <a:pt x="16891" y="0"/>
                  </a:cubicBezTo>
                  <a:moveTo>
                    <a:pt x="16891" y="33909"/>
                  </a:moveTo>
                  <a:lnTo>
                    <a:pt x="16891" y="16891"/>
                  </a:lnTo>
                  <a:lnTo>
                    <a:pt x="33909" y="16891"/>
                  </a:lnTo>
                  <a:lnTo>
                    <a:pt x="33909" y="358267"/>
                  </a:lnTo>
                  <a:lnTo>
                    <a:pt x="16891" y="358267"/>
                  </a:lnTo>
                  <a:lnTo>
                    <a:pt x="16891" y="341376"/>
                  </a:lnTo>
                  <a:lnTo>
                    <a:pt x="4406011" y="341376"/>
                  </a:lnTo>
                  <a:lnTo>
                    <a:pt x="4406011" y="358267"/>
                  </a:lnTo>
                  <a:lnTo>
                    <a:pt x="4389120" y="358267"/>
                  </a:lnTo>
                  <a:lnTo>
                    <a:pt x="4389120" y="16891"/>
                  </a:lnTo>
                  <a:lnTo>
                    <a:pt x="4406011" y="16891"/>
                  </a:lnTo>
                  <a:lnTo>
                    <a:pt x="4406011" y="33909"/>
                  </a:lnTo>
                  <a:lnTo>
                    <a:pt x="16891" y="33909"/>
                  </a:lnTo>
                  <a:close/>
                </a:path>
              </a:pathLst>
            </a:custGeom>
            <a:solidFill>
              <a:srgbClr val="E2E8F0"/>
            </a:solidFill>
          </p:spPr>
        </p:sp>
      </p:grpSp>
      <p:grpSp>
        <p:nvGrpSpPr>
          <p:cNvPr id="1276882147" name="Group 98"/>
          <p:cNvGrpSpPr/>
          <p:nvPr/>
        </p:nvGrpSpPr>
        <p:grpSpPr bwMode="auto">
          <a:xfrm rot="0">
            <a:off x="12161520" y="8686800"/>
            <a:ext cx="5303520" cy="548640"/>
            <a:chOff x="0" y="0"/>
            <a:chExt cx="7071360" cy="731520"/>
          </a:xfrm>
        </p:grpSpPr>
        <p:sp>
          <p:nvSpPr>
            <p:cNvPr id="99" name="Freeform 99"/>
            <p:cNvSpPr/>
            <p:nvPr/>
          </p:nvSpPr>
          <p:spPr bwMode="auto">
            <a:xfrm rot="0" flipH="0" flipV="0">
              <a:off x="0" y="0"/>
              <a:ext cx="7071360" cy="731520"/>
            </a:xfrm>
            <a:custGeom>
              <a:avLst/>
              <a:gdLst/>
              <a:ahLst/>
              <a:cxnLst/>
              <a:rect l="l" t="t" r="r" b="b"/>
              <a:pathLst>
                <a:path w="7071360" h="731520" fill="norm" stroke="1" extrusionOk="0">
                  <a:moveTo>
                    <a:pt x="0" y="0"/>
                  </a:moveTo>
                  <a:lnTo>
                    <a:pt x="7071360" y="0"/>
                  </a:lnTo>
                  <a:lnTo>
                    <a:pt x="7071360" y="731520"/>
                  </a:lnTo>
                  <a:lnTo>
                    <a:pt x="0" y="731520"/>
                  </a:lnTo>
                  <a:close/>
                </a:path>
              </a:pathLst>
            </a:custGeom>
            <a:blipFill rotWithShape="1">
              <a:blip r:embed="rId3">
                <a:alphaModFix amt="0"/>
              </a:blip>
              <a:stretch>
                <a:fillRect l="0" t="-138355" r="0" b="-138355"/>
              </a:stretch>
            </a:blipFill>
          </p:spPr>
        </p:sp>
        <p:sp>
          <p:nvSpPr>
            <p:cNvPr id="100" name="TextBox 100"/>
            <p:cNvSpPr txBox="1"/>
            <p:nvPr/>
          </p:nvSpPr>
          <p:spPr bwMode="auto">
            <a:xfrm>
              <a:off x="0" y="-38100"/>
              <a:ext cx="7071360" cy="769620"/>
            </a:xfrm>
            <a:prstGeom prst="rect">
              <a:avLst/>
            </a:prstGeom>
            <a:grpFill/>
          </p:spPr>
          <p:txBody>
            <a:bodyPr lIns="0" tIns="0" rIns="0" bIns="0" rtlCol="0" anchor="ctr"/>
            <a:lstStyle/>
            <a:p>
              <a:pPr algn="ctr">
                <a:lnSpc>
                  <a:spcPts val="2400"/>
                </a:lnSpc>
                <a:defRPr/>
              </a:pPr>
              <a:r>
                <a:rPr lang="en-US" sz="2000">
                  <a:solidFill>
                    <a:srgbClr val="64748B"/>
                  </a:solidFill>
                  <a:latin typeface="Calibri (MS)"/>
                  <a:ea typeface="Calibri (MS)"/>
                  <a:cs typeface="Calibri (MS)"/>
                </a:rPr>
                <a:t>Search Results Page</a:t>
              </a:r>
              <a:endParaRPr/>
            </a:p>
          </p:txBody>
        </p:sp>
      </p:grpSp>
      <p:grpSp>
        <p:nvGrpSpPr>
          <p:cNvPr id="810850443" name="Group 101"/>
          <p:cNvGrpSpPr/>
          <p:nvPr/>
        </p:nvGrpSpPr>
        <p:grpSpPr bwMode="auto">
          <a:xfrm rot="0">
            <a:off x="548640" y="9290304"/>
            <a:ext cx="17190720" cy="548640"/>
            <a:chOff x="0" y="0"/>
            <a:chExt cx="22920960" cy="731520"/>
          </a:xfrm>
        </p:grpSpPr>
        <p:sp>
          <p:nvSpPr>
            <p:cNvPr id="102" name="Freeform 102"/>
            <p:cNvSpPr/>
            <p:nvPr/>
          </p:nvSpPr>
          <p:spPr bwMode="auto">
            <a:xfrm rot="0" flipH="0" flipV="0">
              <a:off x="0" y="0"/>
              <a:ext cx="22920961" cy="731520"/>
            </a:xfrm>
            <a:custGeom>
              <a:avLst/>
              <a:gdLst/>
              <a:ahLst/>
              <a:cxnLst/>
              <a:rect l="l" t="t" r="r" b="b"/>
              <a:pathLst>
                <a:path w="22920961" h="731520" fill="norm" stroke="1" extrusionOk="0">
                  <a:moveTo>
                    <a:pt x="0" y="0"/>
                  </a:moveTo>
                  <a:lnTo>
                    <a:pt x="22920961" y="0"/>
                  </a:lnTo>
                  <a:lnTo>
                    <a:pt x="22920961" y="731520"/>
                  </a:lnTo>
                  <a:lnTo>
                    <a:pt x="0" y="731520"/>
                  </a:lnTo>
                  <a:close/>
                </a:path>
              </a:pathLst>
            </a:custGeom>
            <a:blipFill rotWithShape="1">
              <a:blip r:embed="rId3">
                <a:alphaModFix amt="0"/>
              </a:blip>
              <a:stretch>
                <a:fillRect l="0" t="-560531" r="0" b="-560531"/>
              </a:stretch>
            </a:blipFill>
          </p:spPr>
        </p:sp>
        <p:sp>
          <p:nvSpPr>
            <p:cNvPr id="103" name="TextBox 103"/>
            <p:cNvSpPr txBox="1"/>
            <p:nvPr/>
          </p:nvSpPr>
          <p:spPr bwMode="auto">
            <a:xfrm>
              <a:off x="0" y="-38100"/>
              <a:ext cx="22920960" cy="769620"/>
            </a:xfrm>
            <a:prstGeom prst="rect">
              <a:avLst/>
            </a:prstGeom>
            <a:grpFill/>
          </p:spPr>
          <p:txBody>
            <a:bodyPr lIns="0" tIns="0" rIns="0" bIns="0" rtlCol="0" anchor="ctr"/>
            <a:lstStyle/>
            <a:p>
              <a:pPr algn="ctr">
                <a:lnSpc>
                  <a:spcPts val="2400"/>
                </a:lnSpc>
                <a:defRPr/>
              </a:pPr>
              <a:r>
                <a:rPr lang="en-US" sz="2000" i="1">
                  <a:solidFill>
                    <a:srgbClr val="F59E0B"/>
                  </a:solidFill>
                  <a:latin typeface="Calibri (MS) Italics"/>
                  <a:ea typeface="Calibri (MS) Italics"/>
                  <a:cs typeface="Calibri (MS) Italics"/>
                </a:rPr>
                <a:t>(Screenshots are not available beacuse project is not completed  )</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0F9FF"/>
        </a:solidFill>
      </p:bgPr>
    </p:bg>
    <p:spTree>
      <p:nvGrpSpPr>
        <p:cNvPr id="1" name=""/>
        <p:cNvGrpSpPr/>
        <p:nvPr/>
      </p:nvGrpSpPr>
      <p:grpSpPr bwMode="auto">
        <a:xfrm>
          <a:off x="0" y="0"/>
          <a:ext cx="0" cy="0"/>
          <a:chOff x="0" y="0"/>
          <a:chExt cx="0" cy="0"/>
        </a:xfrm>
      </p:grpSpPr>
      <p:grpSp>
        <p:nvGrpSpPr>
          <p:cNvPr id="1549644378" name="Group 2"/>
          <p:cNvGrpSpPr/>
          <p:nvPr/>
        </p:nvGrpSpPr>
        <p:grpSpPr bwMode="auto">
          <a:xfrm rot="0">
            <a:off x="-12697" y="-12697"/>
            <a:ext cx="18313403" cy="1397003"/>
            <a:chOff x="0" y="0"/>
            <a:chExt cx="24417871" cy="1862671"/>
          </a:xfrm>
        </p:grpSpPr>
        <p:sp>
          <p:nvSpPr>
            <p:cNvPr id="3" name="Freeform 3"/>
            <p:cNvSpPr/>
            <p:nvPr/>
          </p:nvSpPr>
          <p:spPr bwMode="auto">
            <a:xfrm rot="0" flipH="0" flipV="0">
              <a:off x="16891" y="16891"/>
              <a:ext cx="24383999" cy="1828800"/>
            </a:xfrm>
            <a:custGeom>
              <a:avLst/>
              <a:gdLst/>
              <a:ahLst/>
              <a:cxnLst/>
              <a:rect l="l" t="t" r="r" b="b"/>
              <a:pathLst>
                <a:path w="24383999" h="1828800" fill="norm" stroke="1" extrusionOk="0">
                  <a:moveTo>
                    <a:pt x="0" y="0"/>
                  </a:moveTo>
                  <a:lnTo>
                    <a:pt x="24383999" y="0"/>
                  </a:lnTo>
                  <a:lnTo>
                    <a:pt x="24383999" y="1828800"/>
                  </a:lnTo>
                  <a:lnTo>
                    <a:pt x="0" y="1828800"/>
                  </a:lnTo>
                  <a:close/>
                </a:path>
              </a:pathLst>
            </a:custGeom>
            <a:solidFill>
              <a:srgbClr val="1A2E4A"/>
            </a:solidFill>
          </p:spPr>
        </p:sp>
        <p:sp>
          <p:nvSpPr>
            <p:cNvPr id="4" name="Freeform 4"/>
            <p:cNvSpPr/>
            <p:nvPr/>
          </p:nvSpPr>
          <p:spPr bwMode="auto">
            <a:xfrm rot="0" flipH="0" flipV="0">
              <a:off x="0" y="0"/>
              <a:ext cx="24417782" cy="1862582"/>
            </a:xfrm>
            <a:custGeom>
              <a:avLst/>
              <a:gdLst/>
              <a:ahLst/>
              <a:cxnLst/>
              <a:rect l="l" t="t" r="r" b="b"/>
              <a:pathLst>
                <a:path w="24417782" h="1862582" fill="norm" stroke="1" extrusionOk="0">
                  <a:moveTo>
                    <a:pt x="16891" y="0"/>
                  </a:moveTo>
                  <a:lnTo>
                    <a:pt x="24400890" y="0"/>
                  </a:lnTo>
                  <a:cubicBezTo>
                    <a:pt x="24410290" y="0"/>
                    <a:pt x="24417782" y="7620"/>
                    <a:pt x="24417782" y="16891"/>
                  </a:cubicBezTo>
                  <a:lnTo>
                    <a:pt x="24417782" y="1845691"/>
                  </a:lnTo>
                  <a:cubicBezTo>
                    <a:pt x="24417782" y="1855089"/>
                    <a:pt x="24410163" y="1862582"/>
                    <a:pt x="24400890"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4400890" y="1828800"/>
                  </a:lnTo>
                  <a:lnTo>
                    <a:pt x="24400890" y="1845691"/>
                  </a:lnTo>
                  <a:lnTo>
                    <a:pt x="24384000" y="1845691"/>
                  </a:lnTo>
                  <a:lnTo>
                    <a:pt x="24384000" y="16891"/>
                  </a:lnTo>
                  <a:lnTo>
                    <a:pt x="24400890" y="16891"/>
                  </a:lnTo>
                  <a:lnTo>
                    <a:pt x="24400890" y="33909"/>
                  </a:lnTo>
                  <a:lnTo>
                    <a:pt x="16891" y="33909"/>
                  </a:lnTo>
                  <a:close/>
                </a:path>
              </a:pathLst>
            </a:custGeom>
            <a:solidFill>
              <a:srgbClr val="1A2E4A"/>
            </a:solidFill>
          </p:spPr>
        </p:sp>
      </p:grpSp>
      <p:grpSp>
        <p:nvGrpSpPr>
          <p:cNvPr id="1956232472" name="Group 5"/>
          <p:cNvGrpSpPr/>
          <p:nvPr/>
        </p:nvGrpSpPr>
        <p:grpSpPr bwMode="auto">
          <a:xfrm rot="0">
            <a:off x="731520" y="0"/>
            <a:ext cx="16824960" cy="1371600"/>
            <a:chOff x="0" y="0"/>
            <a:chExt cx="22433280" cy="1828800"/>
          </a:xfrm>
        </p:grpSpPr>
        <p:sp>
          <p:nvSpPr>
            <p:cNvPr id="6" name="Freeform 6"/>
            <p:cNvSpPr/>
            <p:nvPr/>
          </p:nvSpPr>
          <p:spPr bwMode="auto">
            <a:xfrm rot="0" flipH="0" flipV="0">
              <a:off x="0" y="0"/>
              <a:ext cx="22433280" cy="1828800"/>
            </a:xfrm>
            <a:custGeom>
              <a:avLst/>
              <a:gdLst/>
              <a:ahLst/>
              <a:cxnLst/>
              <a:rect l="l" t="t" r="r" b="b"/>
              <a:pathLst>
                <a:path w="22433280" h="1828800" fill="norm" stroke="1" extrusionOk="0">
                  <a:moveTo>
                    <a:pt x="0" y="0"/>
                  </a:moveTo>
                  <a:lnTo>
                    <a:pt x="22433280" y="0"/>
                  </a:lnTo>
                  <a:lnTo>
                    <a:pt x="22433280" y="1828800"/>
                  </a:lnTo>
                  <a:lnTo>
                    <a:pt x="0" y="1828800"/>
                  </a:lnTo>
                  <a:close/>
                </a:path>
              </a:pathLst>
            </a:custGeom>
            <a:blipFill rotWithShape="1">
              <a:blip r:embed="rId3">
                <a:alphaModFix amt="0"/>
              </a:blip>
              <a:stretch>
                <a:fillRect l="0" t="-189016" r="0" b="-189015"/>
              </a:stretch>
            </a:blipFill>
          </p:spPr>
        </p:sp>
        <p:sp>
          <p:nvSpPr>
            <p:cNvPr id="7" name="TextBox 7"/>
            <p:cNvSpPr txBox="1"/>
            <p:nvPr/>
          </p:nvSpPr>
          <p:spPr bwMode="auto">
            <a:xfrm>
              <a:off x="0" y="-76200"/>
              <a:ext cx="22433280" cy="1905000"/>
            </a:xfrm>
            <a:prstGeom prst="rect">
              <a:avLst/>
            </a:prstGeom>
            <a:grpFill/>
          </p:spPr>
          <p:txBody>
            <a:bodyPr lIns="0" tIns="0" rIns="0" bIns="0" rtlCol="0" anchor="ctr"/>
            <a:lstStyle/>
            <a:p>
              <a:pPr algn="l">
                <a:lnSpc>
                  <a:spcPts val="5280"/>
                </a:lnSpc>
                <a:defRPr/>
              </a:pPr>
              <a:r>
                <a:rPr lang="en-US" sz="4400" b="1">
                  <a:solidFill>
                    <a:srgbClr val="FFFFFF"/>
                  </a:solidFill>
                  <a:latin typeface="Calibri (MS) Bold"/>
                  <a:ea typeface="Calibri (MS) Bold"/>
                  <a:cs typeface="Calibri (MS) Bold"/>
                </a:rPr>
                <a:t>08  Limitations</a:t>
              </a:r>
              <a:endParaRPr/>
            </a:p>
          </p:txBody>
        </p:sp>
      </p:grpSp>
      <p:grpSp>
        <p:nvGrpSpPr>
          <p:cNvPr id="731612211" name="Group 8"/>
          <p:cNvGrpSpPr/>
          <p:nvPr/>
        </p:nvGrpSpPr>
        <p:grpSpPr bwMode="auto">
          <a:xfrm rot="0">
            <a:off x="627383" y="1724663"/>
            <a:ext cx="8255003" cy="2402843"/>
            <a:chOff x="0" y="0"/>
            <a:chExt cx="11006671" cy="3203791"/>
          </a:xfrm>
        </p:grpSpPr>
        <p:sp>
          <p:nvSpPr>
            <p:cNvPr id="9" name="Freeform 9"/>
            <p:cNvSpPr/>
            <p:nvPr/>
          </p:nvSpPr>
          <p:spPr bwMode="auto">
            <a:xfrm rot="0" flipH="0" flipV="0">
              <a:off x="16891" y="16891"/>
              <a:ext cx="10972800" cy="3169920"/>
            </a:xfrm>
            <a:custGeom>
              <a:avLst/>
              <a:gdLst/>
              <a:ahLst/>
              <a:cxnLst/>
              <a:rect l="l" t="t" r="r" b="b"/>
              <a:pathLst>
                <a:path w="10972800" h="3169920" fill="norm" stroke="1" extrusionOk="0">
                  <a:moveTo>
                    <a:pt x="0" y="0"/>
                  </a:moveTo>
                  <a:lnTo>
                    <a:pt x="10972800" y="0"/>
                  </a:lnTo>
                  <a:lnTo>
                    <a:pt x="10972800" y="3169920"/>
                  </a:lnTo>
                  <a:lnTo>
                    <a:pt x="0" y="3169920"/>
                  </a:lnTo>
                  <a:close/>
                </a:path>
              </a:pathLst>
            </a:custGeom>
            <a:solidFill>
              <a:srgbClr val="FFFFFF"/>
            </a:solidFill>
          </p:spPr>
        </p:sp>
        <p:sp>
          <p:nvSpPr>
            <p:cNvPr id="10" name="Freeform 10"/>
            <p:cNvSpPr/>
            <p:nvPr/>
          </p:nvSpPr>
          <p:spPr bwMode="auto">
            <a:xfrm rot="0" flipH="0" flipV="0">
              <a:off x="0" y="0"/>
              <a:ext cx="11006582" cy="3203702"/>
            </a:xfrm>
            <a:custGeom>
              <a:avLst/>
              <a:gdLst/>
              <a:ahLst/>
              <a:cxnLst/>
              <a:rect l="l" t="t" r="r" b="b"/>
              <a:pathLst>
                <a:path w="11006582" h="3203702" fill="norm" stroke="1" extrusionOk="0">
                  <a:moveTo>
                    <a:pt x="16891" y="0"/>
                  </a:moveTo>
                  <a:lnTo>
                    <a:pt x="10989691" y="0"/>
                  </a:lnTo>
                  <a:cubicBezTo>
                    <a:pt x="10999089" y="0"/>
                    <a:pt x="11006582" y="7620"/>
                    <a:pt x="11006582" y="16891"/>
                  </a:cubicBezTo>
                  <a:lnTo>
                    <a:pt x="11006582" y="3186811"/>
                  </a:lnTo>
                  <a:cubicBezTo>
                    <a:pt x="11006582" y="3196209"/>
                    <a:pt x="10998962" y="3203702"/>
                    <a:pt x="10989691" y="3203702"/>
                  </a:cubicBezTo>
                  <a:lnTo>
                    <a:pt x="16891" y="3203702"/>
                  </a:lnTo>
                  <a:cubicBezTo>
                    <a:pt x="7493" y="3203702"/>
                    <a:pt x="0" y="3196082"/>
                    <a:pt x="0" y="3186811"/>
                  </a:cubicBezTo>
                  <a:lnTo>
                    <a:pt x="0" y="16891"/>
                  </a:lnTo>
                  <a:cubicBezTo>
                    <a:pt x="0" y="7620"/>
                    <a:pt x="7620" y="0"/>
                    <a:pt x="16891" y="0"/>
                  </a:cubicBezTo>
                  <a:moveTo>
                    <a:pt x="16891" y="33909"/>
                  </a:moveTo>
                  <a:lnTo>
                    <a:pt x="16891" y="16891"/>
                  </a:lnTo>
                  <a:lnTo>
                    <a:pt x="33909" y="16891"/>
                  </a:lnTo>
                  <a:lnTo>
                    <a:pt x="33909" y="3186811"/>
                  </a:lnTo>
                  <a:lnTo>
                    <a:pt x="16891" y="3186811"/>
                  </a:lnTo>
                  <a:lnTo>
                    <a:pt x="16891" y="3169920"/>
                  </a:lnTo>
                  <a:lnTo>
                    <a:pt x="10989691" y="3169920"/>
                  </a:lnTo>
                  <a:lnTo>
                    <a:pt x="10989691" y="3186811"/>
                  </a:lnTo>
                  <a:lnTo>
                    <a:pt x="10972800" y="3186811"/>
                  </a:lnTo>
                  <a:lnTo>
                    <a:pt x="10972800" y="16891"/>
                  </a:lnTo>
                  <a:lnTo>
                    <a:pt x="10989691" y="16891"/>
                  </a:lnTo>
                  <a:lnTo>
                    <a:pt x="10989691" y="33909"/>
                  </a:lnTo>
                  <a:lnTo>
                    <a:pt x="16891" y="33909"/>
                  </a:lnTo>
                  <a:close/>
                </a:path>
              </a:pathLst>
            </a:custGeom>
            <a:solidFill>
              <a:srgbClr val="E2E8F0"/>
            </a:solidFill>
          </p:spPr>
        </p:sp>
      </p:grpSp>
      <p:grpSp>
        <p:nvGrpSpPr>
          <p:cNvPr id="407555117" name="Group 11"/>
          <p:cNvGrpSpPr/>
          <p:nvPr/>
        </p:nvGrpSpPr>
        <p:grpSpPr bwMode="auto">
          <a:xfrm rot="0">
            <a:off x="627383" y="1724663"/>
            <a:ext cx="171707" cy="2402843"/>
            <a:chOff x="0" y="0"/>
            <a:chExt cx="228943" cy="3203791"/>
          </a:xfrm>
        </p:grpSpPr>
        <p:sp>
          <p:nvSpPr>
            <p:cNvPr id="12" name="Freeform 12"/>
            <p:cNvSpPr/>
            <p:nvPr/>
          </p:nvSpPr>
          <p:spPr bwMode="auto">
            <a:xfrm rot="0" flipH="0" flipV="0">
              <a:off x="16891" y="16891"/>
              <a:ext cx="195072" cy="3169920"/>
            </a:xfrm>
            <a:custGeom>
              <a:avLst/>
              <a:gdLst/>
              <a:ahLst/>
              <a:cxnLst/>
              <a:rect l="l" t="t" r="r" b="b"/>
              <a:pathLst>
                <a:path w="195072" h="3169920" fill="norm" stroke="1" extrusionOk="0">
                  <a:moveTo>
                    <a:pt x="0" y="0"/>
                  </a:moveTo>
                  <a:lnTo>
                    <a:pt x="195072" y="0"/>
                  </a:lnTo>
                  <a:lnTo>
                    <a:pt x="195072" y="3169920"/>
                  </a:lnTo>
                  <a:lnTo>
                    <a:pt x="0" y="3169920"/>
                  </a:lnTo>
                  <a:close/>
                </a:path>
              </a:pathLst>
            </a:custGeom>
            <a:solidFill>
              <a:srgbClr val="EF4444"/>
            </a:solidFill>
          </p:spPr>
        </p:sp>
        <p:sp>
          <p:nvSpPr>
            <p:cNvPr id="13" name="Freeform 13"/>
            <p:cNvSpPr/>
            <p:nvPr/>
          </p:nvSpPr>
          <p:spPr bwMode="auto">
            <a:xfrm rot="0" flipH="0" flipV="0">
              <a:off x="0" y="0"/>
              <a:ext cx="228854" cy="3203702"/>
            </a:xfrm>
            <a:custGeom>
              <a:avLst/>
              <a:gdLst/>
              <a:ahLst/>
              <a:cxnLst/>
              <a:rect l="l" t="t" r="r" b="b"/>
              <a:pathLst>
                <a:path w="228854" h="3203702" fill="norm" stroke="1" extrusionOk="0">
                  <a:moveTo>
                    <a:pt x="16891" y="0"/>
                  </a:moveTo>
                  <a:lnTo>
                    <a:pt x="211963" y="0"/>
                  </a:lnTo>
                  <a:cubicBezTo>
                    <a:pt x="221361" y="0"/>
                    <a:pt x="228854" y="7620"/>
                    <a:pt x="228854" y="16891"/>
                  </a:cubicBezTo>
                  <a:lnTo>
                    <a:pt x="228854" y="3186811"/>
                  </a:lnTo>
                  <a:cubicBezTo>
                    <a:pt x="228854" y="3196209"/>
                    <a:pt x="221234" y="3203702"/>
                    <a:pt x="211963" y="3203702"/>
                  </a:cubicBezTo>
                  <a:lnTo>
                    <a:pt x="16891" y="3203702"/>
                  </a:lnTo>
                  <a:cubicBezTo>
                    <a:pt x="7493" y="3203702"/>
                    <a:pt x="0" y="3196082"/>
                    <a:pt x="0" y="3186811"/>
                  </a:cubicBezTo>
                  <a:lnTo>
                    <a:pt x="0" y="16891"/>
                  </a:lnTo>
                  <a:cubicBezTo>
                    <a:pt x="0" y="7620"/>
                    <a:pt x="7620" y="0"/>
                    <a:pt x="16891" y="0"/>
                  </a:cubicBezTo>
                  <a:moveTo>
                    <a:pt x="16891" y="33909"/>
                  </a:moveTo>
                  <a:lnTo>
                    <a:pt x="16891" y="16891"/>
                  </a:lnTo>
                  <a:lnTo>
                    <a:pt x="33909" y="16891"/>
                  </a:lnTo>
                  <a:lnTo>
                    <a:pt x="33909" y="3186811"/>
                  </a:lnTo>
                  <a:lnTo>
                    <a:pt x="16891" y="3186811"/>
                  </a:lnTo>
                  <a:lnTo>
                    <a:pt x="16891" y="3169920"/>
                  </a:lnTo>
                  <a:lnTo>
                    <a:pt x="211963" y="3169920"/>
                  </a:lnTo>
                  <a:lnTo>
                    <a:pt x="211963" y="3186811"/>
                  </a:lnTo>
                  <a:lnTo>
                    <a:pt x="195072" y="3186811"/>
                  </a:lnTo>
                  <a:lnTo>
                    <a:pt x="195072" y="16891"/>
                  </a:lnTo>
                  <a:lnTo>
                    <a:pt x="211963" y="16891"/>
                  </a:lnTo>
                  <a:lnTo>
                    <a:pt x="211963" y="33909"/>
                  </a:lnTo>
                  <a:lnTo>
                    <a:pt x="16891" y="33909"/>
                  </a:lnTo>
                  <a:close/>
                </a:path>
              </a:pathLst>
            </a:custGeom>
            <a:solidFill>
              <a:srgbClr val="EF4444"/>
            </a:solidFill>
          </p:spPr>
        </p:sp>
      </p:grpSp>
      <p:grpSp>
        <p:nvGrpSpPr>
          <p:cNvPr id="1100049833" name="Group 14"/>
          <p:cNvGrpSpPr/>
          <p:nvPr/>
        </p:nvGrpSpPr>
        <p:grpSpPr bwMode="auto">
          <a:xfrm rot="0">
            <a:off x="969264" y="1920240"/>
            <a:ext cx="7680960" cy="640080"/>
            <a:chOff x="0" y="0"/>
            <a:chExt cx="10241280" cy="853440"/>
          </a:xfrm>
        </p:grpSpPr>
        <p:sp>
          <p:nvSpPr>
            <p:cNvPr id="15" name="Freeform 15"/>
            <p:cNvSpPr/>
            <p:nvPr/>
          </p:nvSpPr>
          <p:spPr bwMode="auto">
            <a:xfrm rot="0" flipH="0" flipV="0">
              <a:off x="0" y="0"/>
              <a:ext cx="10241280" cy="853440"/>
            </a:xfrm>
            <a:custGeom>
              <a:avLst/>
              <a:gdLst/>
              <a:ahLst/>
              <a:cxnLst/>
              <a:rect l="l" t="t" r="r" b="b"/>
              <a:pathLst>
                <a:path w="10241280" h="853440" fill="norm" stroke="1" extrusionOk="0">
                  <a:moveTo>
                    <a:pt x="0" y="0"/>
                  </a:moveTo>
                  <a:lnTo>
                    <a:pt x="10241280" y="0"/>
                  </a:lnTo>
                  <a:lnTo>
                    <a:pt x="10241280" y="853440"/>
                  </a:lnTo>
                  <a:lnTo>
                    <a:pt x="0" y="853440"/>
                  </a:lnTo>
                  <a:close/>
                </a:path>
              </a:pathLst>
            </a:custGeom>
            <a:blipFill rotWithShape="1">
              <a:blip r:embed="rId3">
                <a:alphaModFix amt="0"/>
              </a:blip>
              <a:stretch>
                <a:fillRect l="0" t="-183820" r="0" b="-183820"/>
              </a:stretch>
            </a:blipFill>
          </p:spPr>
        </p:sp>
        <p:sp>
          <p:nvSpPr>
            <p:cNvPr id="16" name="TextBox 16"/>
            <p:cNvSpPr txBox="1"/>
            <p:nvPr/>
          </p:nvSpPr>
          <p:spPr bwMode="auto">
            <a:xfrm>
              <a:off x="0" y="-57150"/>
              <a:ext cx="10241280" cy="910590"/>
            </a:xfrm>
            <a:prstGeom prst="rect">
              <a:avLst/>
            </a:prstGeom>
            <a:grpFill/>
          </p:spPr>
          <p:txBody>
            <a:bodyPr lIns="0" tIns="0" rIns="0" bIns="0" rtlCol="0" anchor="ctr"/>
            <a:lstStyle/>
            <a:p>
              <a:pPr algn="l">
                <a:lnSpc>
                  <a:spcPts val="3120"/>
                </a:lnSpc>
                <a:defRPr/>
              </a:pPr>
              <a:r>
                <a:rPr lang="en-US" sz="2600" b="1">
                  <a:solidFill>
                    <a:srgbClr val="0F172A"/>
                  </a:solidFill>
                  <a:latin typeface="Calibri (MS) Bold"/>
                  <a:ea typeface="Calibri (MS) Bold"/>
                  <a:cs typeface="Calibri (MS) Bold"/>
                </a:rPr>
                <a:t>🔍  No AI Matching</a:t>
              </a:r>
              <a:endParaRPr/>
            </a:p>
          </p:txBody>
        </p:sp>
      </p:grpSp>
      <p:grpSp>
        <p:nvGrpSpPr>
          <p:cNvPr id="697870012" name="Group 17"/>
          <p:cNvGrpSpPr/>
          <p:nvPr/>
        </p:nvGrpSpPr>
        <p:grpSpPr bwMode="auto">
          <a:xfrm rot="0">
            <a:off x="969264" y="2560320"/>
            <a:ext cx="7680960" cy="1371600"/>
            <a:chOff x="0" y="0"/>
            <a:chExt cx="10241280" cy="1828800"/>
          </a:xfrm>
        </p:grpSpPr>
        <p:sp>
          <p:nvSpPr>
            <p:cNvPr id="18" name="Freeform 18"/>
            <p:cNvSpPr/>
            <p:nvPr/>
          </p:nvSpPr>
          <p:spPr bwMode="auto">
            <a:xfrm rot="0" flipH="0" flipV="0">
              <a:off x="0" y="0"/>
              <a:ext cx="10241280" cy="1828800"/>
            </a:xfrm>
            <a:custGeom>
              <a:avLst/>
              <a:gdLst/>
              <a:ahLst/>
              <a:cxnLst/>
              <a:rect l="l" t="t" r="r" b="b"/>
              <a:pathLst>
                <a:path w="10241280" h="1828800" fill="norm" stroke="1" extrusionOk="0">
                  <a:moveTo>
                    <a:pt x="0" y="0"/>
                  </a:moveTo>
                  <a:lnTo>
                    <a:pt x="10241280" y="0"/>
                  </a:lnTo>
                  <a:lnTo>
                    <a:pt x="10241280" y="1828800"/>
                  </a:lnTo>
                  <a:lnTo>
                    <a:pt x="0" y="1828800"/>
                  </a:lnTo>
                  <a:close/>
                </a:path>
              </a:pathLst>
            </a:custGeom>
            <a:blipFill rotWithShape="1">
              <a:blip r:embed="rId3">
                <a:alphaModFix amt="0"/>
              </a:blip>
              <a:stretch>
                <a:fillRect l="0" t="-59116" r="0" b="-59115"/>
              </a:stretch>
            </a:blipFill>
          </p:spPr>
        </p:sp>
        <p:sp>
          <p:nvSpPr>
            <p:cNvPr id="19" name="TextBox 19"/>
            <p:cNvSpPr txBox="1"/>
            <p:nvPr/>
          </p:nvSpPr>
          <p:spPr bwMode="auto">
            <a:xfrm>
              <a:off x="0" y="-47625"/>
              <a:ext cx="10241280" cy="1876425"/>
            </a:xfrm>
            <a:prstGeom prst="rect">
              <a:avLst/>
            </a:prstGeom>
            <a:grpFill/>
          </p:spPr>
          <p:txBody>
            <a:bodyPr lIns="0" tIns="0" rIns="0" bIns="0" rtlCol="0" anchor="ctr"/>
            <a:lstStyle/>
            <a:p>
              <a:pPr algn="l">
                <a:lnSpc>
                  <a:spcPts val="2640"/>
                </a:lnSpc>
                <a:defRPr/>
              </a:pPr>
              <a:r>
                <a:rPr lang="en-US" sz="2200">
                  <a:solidFill>
                    <a:srgbClr val="64748B"/>
                  </a:solidFill>
                  <a:latin typeface="Calibri (MS)"/>
                  <a:ea typeface="Calibri (MS)"/>
                  <a:cs typeface="Calibri (MS)"/>
                </a:rPr>
                <a:t>Current system uses keyword-based search only. Does not use ML/AI for image recognition or smart similarity matching.</a:t>
              </a:r>
              <a:endParaRPr/>
            </a:p>
          </p:txBody>
        </p:sp>
      </p:grpSp>
      <p:grpSp>
        <p:nvGrpSpPr>
          <p:cNvPr id="752440838" name="Group 20"/>
          <p:cNvGrpSpPr/>
          <p:nvPr/>
        </p:nvGrpSpPr>
        <p:grpSpPr bwMode="auto">
          <a:xfrm rot="0">
            <a:off x="9405623" y="1724663"/>
            <a:ext cx="8255003" cy="2402843"/>
            <a:chOff x="0" y="0"/>
            <a:chExt cx="11006671" cy="3203791"/>
          </a:xfrm>
        </p:grpSpPr>
        <p:sp>
          <p:nvSpPr>
            <p:cNvPr id="21" name="Freeform 21"/>
            <p:cNvSpPr/>
            <p:nvPr/>
          </p:nvSpPr>
          <p:spPr bwMode="auto">
            <a:xfrm rot="0" flipH="0" flipV="0">
              <a:off x="16891" y="16891"/>
              <a:ext cx="10972800" cy="3169920"/>
            </a:xfrm>
            <a:custGeom>
              <a:avLst/>
              <a:gdLst/>
              <a:ahLst/>
              <a:cxnLst/>
              <a:rect l="l" t="t" r="r" b="b"/>
              <a:pathLst>
                <a:path w="10972800" h="3169920" fill="norm" stroke="1" extrusionOk="0">
                  <a:moveTo>
                    <a:pt x="0" y="0"/>
                  </a:moveTo>
                  <a:lnTo>
                    <a:pt x="10972800" y="0"/>
                  </a:lnTo>
                  <a:lnTo>
                    <a:pt x="10972800" y="3169920"/>
                  </a:lnTo>
                  <a:lnTo>
                    <a:pt x="0" y="3169920"/>
                  </a:lnTo>
                  <a:close/>
                </a:path>
              </a:pathLst>
            </a:custGeom>
            <a:solidFill>
              <a:srgbClr val="FFFFFF"/>
            </a:solidFill>
          </p:spPr>
        </p:sp>
        <p:sp>
          <p:nvSpPr>
            <p:cNvPr id="22" name="Freeform 22"/>
            <p:cNvSpPr/>
            <p:nvPr/>
          </p:nvSpPr>
          <p:spPr bwMode="auto">
            <a:xfrm rot="0" flipH="0" flipV="0">
              <a:off x="0" y="0"/>
              <a:ext cx="11006582" cy="3203702"/>
            </a:xfrm>
            <a:custGeom>
              <a:avLst/>
              <a:gdLst/>
              <a:ahLst/>
              <a:cxnLst/>
              <a:rect l="l" t="t" r="r" b="b"/>
              <a:pathLst>
                <a:path w="11006582" h="3203702" fill="norm" stroke="1" extrusionOk="0">
                  <a:moveTo>
                    <a:pt x="16891" y="0"/>
                  </a:moveTo>
                  <a:lnTo>
                    <a:pt x="10989691" y="0"/>
                  </a:lnTo>
                  <a:cubicBezTo>
                    <a:pt x="10999089" y="0"/>
                    <a:pt x="11006582" y="7620"/>
                    <a:pt x="11006582" y="16891"/>
                  </a:cubicBezTo>
                  <a:lnTo>
                    <a:pt x="11006582" y="3186811"/>
                  </a:lnTo>
                  <a:cubicBezTo>
                    <a:pt x="11006582" y="3196209"/>
                    <a:pt x="10998962" y="3203702"/>
                    <a:pt x="10989691" y="3203702"/>
                  </a:cubicBezTo>
                  <a:lnTo>
                    <a:pt x="16891" y="3203702"/>
                  </a:lnTo>
                  <a:cubicBezTo>
                    <a:pt x="7493" y="3203702"/>
                    <a:pt x="0" y="3196082"/>
                    <a:pt x="0" y="3186811"/>
                  </a:cubicBezTo>
                  <a:lnTo>
                    <a:pt x="0" y="16891"/>
                  </a:lnTo>
                  <a:cubicBezTo>
                    <a:pt x="0" y="7620"/>
                    <a:pt x="7620" y="0"/>
                    <a:pt x="16891" y="0"/>
                  </a:cubicBezTo>
                  <a:moveTo>
                    <a:pt x="16891" y="33909"/>
                  </a:moveTo>
                  <a:lnTo>
                    <a:pt x="16891" y="16891"/>
                  </a:lnTo>
                  <a:lnTo>
                    <a:pt x="33909" y="16891"/>
                  </a:lnTo>
                  <a:lnTo>
                    <a:pt x="33909" y="3186811"/>
                  </a:lnTo>
                  <a:lnTo>
                    <a:pt x="16891" y="3186811"/>
                  </a:lnTo>
                  <a:lnTo>
                    <a:pt x="16891" y="3169920"/>
                  </a:lnTo>
                  <a:lnTo>
                    <a:pt x="10989691" y="3169920"/>
                  </a:lnTo>
                  <a:lnTo>
                    <a:pt x="10989691" y="3186811"/>
                  </a:lnTo>
                  <a:lnTo>
                    <a:pt x="10972800" y="3186811"/>
                  </a:lnTo>
                  <a:lnTo>
                    <a:pt x="10972800" y="16891"/>
                  </a:lnTo>
                  <a:lnTo>
                    <a:pt x="10989691" y="16891"/>
                  </a:lnTo>
                  <a:lnTo>
                    <a:pt x="10989691" y="33909"/>
                  </a:lnTo>
                  <a:lnTo>
                    <a:pt x="16891" y="33909"/>
                  </a:lnTo>
                  <a:close/>
                </a:path>
              </a:pathLst>
            </a:custGeom>
            <a:solidFill>
              <a:srgbClr val="E2E8F0"/>
            </a:solidFill>
          </p:spPr>
        </p:sp>
      </p:grpSp>
      <p:grpSp>
        <p:nvGrpSpPr>
          <p:cNvPr id="2003736176" name="Group 23"/>
          <p:cNvGrpSpPr/>
          <p:nvPr/>
        </p:nvGrpSpPr>
        <p:grpSpPr bwMode="auto">
          <a:xfrm rot="0">
            <a:off x="9405623" y="1724663"/>
            <a:ext cx="171707" cy="2402843"/>
            <a:chOff x="0" y="0"/>
            <a:chExt cx="228943" cy="3203791"/>
          </a:xfrm>
        </p:grpSpPr>
        <p:sp>
          <p:nvSpPr>
            <p:cNvPr id="24" name="Freeform 24"/>
            <p:cNvSpPr/>
            <p:nvPr/>
          </p:nvSpPr>
          <p:spPr bwMode="auto">
            <a:xfrm rot="0" flipH="0" flipV="0">
              <a:off x="16891" y="16891"/>
              <a:ext cx="195072" cy="3169920"/>
            </a:xfrm>
            <a:custGeom>
              <a:avLst/>
              <a:gdLst/>
              <a:ahLst/>
              <a:cxnLst/>
              <a:rect l="l" t="t" r="r" b="b"/>
              <a:pathLst>
                <a:path w="195072" h="3169920" fill="norm" stroke="1" extrusionOk="0">
                  <a:moveTo>
                    <a:pt x="0" y="0"/>
                  </a:moveTo>
                  <a:lnTo>
                    <a:pt x="195072" y="0"/>
                  </a:lnTo>
                  <a:lnTo>
                    <a:pt x="195072" y="3169920"/>
                  </a:lnTo>
                  <a:lnTo>
                    <a:pt x="0" y="3169920"/>
                  </a:lnTo>
                  <a:close/>
                </a:path>
              </a:pathLst>
            </a:custGeom>
            <a:solidFill>
              <a:srgbClr val="EF4444"/>
            </a:solidFill>
          </p:spPr>
        </p:sp>
        <p:sp>
          <p:nvSpPr>
            <p:cNvPr id="25" name="Freeform 25"/>
            <p:cNvSpPr/>
            <p:nvPr/>
          </p:nvSpPr>
          <p:spPr bwMode="auto">
            <a:xfrm rot="0" flipH="0" flipV="0">
              <a:off x="0" y="0"/>
              <a:ext cx="228854" cy="3203702"/>
            </a:xfrm>
            <a:custGeom>
              <a:avLst/>
              <a:gdLst/>
              <a:ahLst/>
              <a:cxnLst/>
              <a:rect l="l" t="t" r="r" b="b"/>
              <a:pathLst>
                <a:path w="228854" h="3203702" fill="norm" stroke="1" extrusionOk="0">
                  <a:moveTo>
                    <a:pt x="16891" y="0"/>
                  </a:moveTo>
                  <a:lnTo>
                    <a:pt x="211963" y="0"/>
                  </a:lnTo>
                  <a:cubicBezTo>
                    <a:pt x="221361" y="0"/>
                    <a:pt x="228854" y="7620"/>
                    <a:pt x="228854" y="16891"/>
                  </a:cubicBezTo>
                  <a:lnTo>
                    <a:pt x="228854" y="3186811"/>
                  </a:lnTo>
                  <a:cubicBezTo>
                    <a:pt x="228854" y="3196209"/>
                    <a:pt x="221234" y="3203702"/>
                    <a:pt x="211963" y="3203702"/>
                  </a:cubicBezTo>
                  <a:lnTo>
                    <a:pt x="16891" y="3203702"/>
                  </a:lnTo>
                  <a:cubicBezTo>
                    <a:pt x="7493" y="3203702"/>
                    <a:pt x="0" y="3196082"/>
                    <a:pt x="0" y="3186811"/>
                  </a:cubicBezTo>
                  <a:lnTo>
                    <a:pt x="0" y="16891"/>
                  </a:lnTo>
                  <a:cubicBezTo>
                    <a:pt x="0" y="7620"/>
                    <a:pt x="7620" y="0"/>
                    <a:pt x="16891" y="0"/>
                  </a:cubicBezTo>
                  <a:moveTo>
                    <a:pt x="16891" y="33909"/>
                  </a:moveTo>
                  <a:lnTo>
                    <a:pt x="16891" y="16891"/>
                  </a:lnTo>
                  <a:lnTo>
                    <a:pt x="33909" y="16891"/>
                  </a:lnTo>
                  <a:lnTo>
                    <a:pt x="33909" y="3186811"/>
                  </a:lnTo>
                  <a:lnTo>
                    <a:pt x="16891" y="3186811"/>
                  </a:lnTo>
                  <a:lnTo>
                    <a:pt x="16891" y="3169920"/>
                  </a:lnTo>
                  <a:lnTo>
                    <a:pt x="211963" y="3169920"/>
                  </a:lnTo>
                  <a:lnTo>
                    <a:pt x="211963" y="3186811"/>
                  </a:lnTo>
                  <a:lnTo>
                    <a:pt x="195072" y="3186811"/>
                  </a:lnTo>
                  <a:lnTo>
                    <a:pt x="195072" y="16891"/>
                  </a:lnTo>
                  <a:lnTo>
                    <a:pt x="211963" y="16891"/>
                  </a:lnTo>
                  <a:lnTo>
                    <a:pt x="211963" y="33909"/>
                  </a:lnTo>
                  <a:lnTo>
                    <a:pt x="16891" y="33909"/>
                  </a:lnTo>
                  <a:close/>
                </a:path>
              </a:pathLst>
            </a:custGeom>
            <a:solidFill>
              <a:srgbClr val="EF4444"/>
            </a:solidFill>
          </p:spPr>
        </p:sp>
      </p:grpSp>
      <p:grpSp>
        <p:nvGrpSpPr>
          <p:cNvPr id="1955412697" name="Group 26"/>
          <p:cNvGrpSpPr/>
          <p:nvPr/>
        </p:nvGrpSpPr>
        <p:grpSpPr bwMode="auto">
          <a:xfrm rot="0">
            <a:off x="9747504" y="1920240"/>
            <a:ext cx="7680960" cy="640080"/>
            <a:chOff x="0" y="0"/>
            <a:chExt cx="10241280" cy="853440"/>
          </a:xfrm>
        </p:grpSpPr>
        <p:sp>
          <p:nvSpPr>
            <p:cNvPr id="27" name="Freeform 27"/>
            <p:cNvSpPr/>
            <p:nvPr/>
          </p:nvSpPr>
          <p:spPr bwMode="auto">
            <a:xfrm rot="0" flipH="0" flipV="0">
              <a:off x="0" y="0"/>
              <a:ext cx="10241280" cy="853440"/>
            </a:xfrm>
            <a:custGeom>
              <a:avLst/>
              <a:gdLst/>
              <a:ahLst/>
              <a:cxnLst/>
              <a:rect l="l" t="t" r="r" b="b"/>
              <a:pathLst>
                <a:path w="10241280" h="853440" fill="norm" stroke="1" extrusionOk="0">
                  <a:moveTo>
                    <a:pt x="0" y="0"/>
                  </a:moveTo>
                  <a:lnTo>
                    <a:pt x="10241280" y="0"/>
                  </a:lnTo>
                  <a:lnTo>
                    <a:pt x="10241280" y="853440"/>
                  </a:lnTo>
                  <a:lnTo>
                    <a:pt x="0" y="853440"/>
                  </a:lnTo>
                  <a:close/>
                </a:path>
              </a:pathLst>
            </a:custGeom>
            <a:blipFill rotWithShape="1">
              <a:blip r:embed="rId3">
                <a:alphaModFix amt="0"/>
              </a:blip>
              <a:stretch>
                <a:fillRect l="0" t="-183820" r="0" b="-183820"/>
              </a:stretch>
            </a:blipFill>
          </p:spPr>
        </p:sp>
        <p:sp>
          <p:nvSpPr>
            <p:cNvPr id="28" name="TextBox 28"/>
            <p:cNvSpPr txBox="1"/>
            <p:nvPr/>
          </p:nvSpPr>
          <p:spPr bwMode="auto">
            <a:xfrm>
              <a:off x="0" y="-57150"/>
              <a:ext cx="10241280" cy="910590"/>
            </a:xfrm>
            <a:prstGeom prst="rect">
              <a:avLst/>
            </a:prstGeom>
            <a:grpFill/>
          </p:spPr>
          <p:txBody>
            <a:bodyPr lIns="0" tIns="0" rIns="0" bIns="0" rtlCol="0" anchor="ctr"/>
            <a:lstStyle/>
            <a:p>
              <a:pPr algn="l">
                <a:lnSpc>
                  <a:spcPts val="3120"/>
                </a:lnSpc>
                <a:defRPr/>
              </a:pPr>
              <a:r>
                <a:rPr lang="en-US" sz="2600" b="1">
                  <a:solidFill>
                    <a:srgbClr val="0F172A"/>
                  </a:solidFill>
                  <a:latin typeface="Calibri (MS) Bold"/>
                  <a:ea typeface="Calibri (MS) Bold"/>
                  <a:cs typeface="Calibri (MS) Bold"/>
                </a:rPr>
                <a:t>📍  No GPS Tracking</a:t>
              </a:r>
              <a:endParaRPr/>
            </a:p>
          </p:txBody>
        </p:sp>
      </p:grpSp>
      <p:grpSp>
        <p:nvGrpSpPr>
          <p:cNvPr id="78053457" name="Group 29"/>
          <p:cNvGrpSpPr/>
          <p:nvPr/>
        </p:nvGrpSpPr>
        <p:grpSpPr bwMode="auto">
          <a:xfrm rot="0">
            <a:off x="9747504" y="2560320"/>
            <a:ext cx="7680960" cy="1371600"/>
            <a:chOff x="0" y="0"/>
            <a:chExt cx="10241280" cy="1828800"/>
          </a:xfrm>
        </p:grpSpPr>
        <p:sp>
          <p:nvSpPr>
            <p:cNvPr id="30" name="Freeform 30"/>
            <p:cNvSpPr/>
            <p:nvPr/>
          </p:nvSpPr>
          <p:spPr bwMode="auto">
            <a:xfrm rot="0" flipH="0" flipV="0">
              <a:off x="0" y="0"/>
              <a:ext cx="10241280" cy="1828800"/>
            </a:xfrm>
            <a:custGeom>
              <a:avLst/>
              <a:gdLst/>
              <a:ahLst/>
              <a:cxnLst/>
              <a:rect l="l" t="t" r="r" b="b"/>
              <a:pathLst>
                <a:path w="10241280" h="1828800" fill="norm" stroke="1" extrusionOk="0">
                  <a:moveTo>
                    <a:pt x="0" y="0"/>
                  </a:moveTo>
                  <a:lnTo>
                    <a:pt x="10241280" y="0"/>
                  </a:lnTo>
                  <a:lnTo>
                    <a:pt x="10241280" y="1828800"/>
                  </a:lnTo>
                  <a:lnTo>
                    <a:pt x="0" y="1828800"/>
                  </a:lnTo>
                  <a:close/>
                </a:path>
              </a:pathLst>
            </a:custGeom>
            <a:blipFill rotWithShape="1">
              <a:blip r:embed="rId3">
                <a:alphaModFix amt="0"/>
              </a:blip>
              <a:stretch>
                <a:fillRect l="0" t="-59116" r="0" b="-59115"/>
              </a:stretch>
            </a:blipFill>
          </p:spPr>
        </p:sp>
        <p:sp>
          <p:nvSpPr>
            <p:cNvPr id="31" name="TextBox 31"/>
            <p:cNvSpPr txBox="1"/>
            <p:nvPr/>
          </p:nvSpPr>
          <p:spPr bwMode="auto">
            <a:xfrm>
              <a:off x="0" y="-47625"/>
              <a:ext cx="10241280" cy="1876425"/>
            </a:xfrm>
            <a:prstGeom prst="rect">
              <a:avLst/>
            </a:prstGeom>
            <a:grpFill/>
          </p:spPr>
          <p:txBody>
            <a:bodyPr lIns="0" tIns="0" rIns="0" bIns="0" rtlCol="0" anchor="ctr"/>
            <a:lstStyle/>
            <a:p>
              <a:pPr algn="l">
                <a:lnSpc>
                  <a:spcPts val="2640"/>
                </a:lnSpc>
                <a:defRPr/>
              </a:pPr>
              <a:r>
                <a:rPr lang="en-US" sz="2200">
                  <a:solidFill>
                    <a:srgbClr val="64748B"/>
                  </a:solidFill>
                  <a:latin typeface="Calibri (MS)"/>
                  <a:ea typeface="Calibri (MS)"/>
                  <a:cs typeface="Calibri (MS)"/>
                </a:rPr>
                <a:t>Location is manually entered by users. Real-time GPS-based location tagging is not implemented.</a:t>
              </a:r>
              <a:endParaRPr/>
            </a:p>
          </p:txBody>
        </p:sp>
      </p:grpSp>
      <p:grpSp>
        <p:nvGrpSpPr>
          <p:cNvPr id="1885718927" name="Group 32"/>
          <p:cNvGrpSpPr/>
          <p:nvPr/>
        </p:nvGrpSpPr>
        <p:grpSpPr bwMode="auto">
          <a:xfrm rot="0">
            <a:off x="627383" y="4467863"/>
            <a:ext cx="8255003" cy="2402843"/>
            <a:chOff x="0" y="0"/>
            <a:chExt cx="11006671" cy="3203791"/>
          </a:xfrm>
        </p:grpSpPr>
        <p:sp>
          <p:nvSpPr>
            <p:cNvPr id="33" name="Freeform 33"/>
            <p:cNvSpPr/>
            <p:nvPr/>
          </p:nvSpPr>
          <p:spPr bwMode="auto">
            <a:xfrm rot="0" flipH="0" flipV="0">
              <a:off x="16891" y="16891"/>
              <a:ext cx="10972800" cy="3169920"/>
            </a:xfrm>
            <a:custGeom>
              <a:avLst/>
              <a:gdLst/>
              <a:ahLst/>
              <a:cxnLst/>
              <a:rect l="l" t="t" r="r" b="b"/>
              <a:pathLst>
                <a:path w="10972800" h="3169920" fill="norm" stroke="1" extrusionOk="0">
                  <a:moveTo>
                    <a:pt x="0" y="0"/>
                  </a:moveTo>
                  <a:lnTo>
                    <a:pt x="10972800" y="0"/>
                  </a:lnTo>
                  <a:lnTo>
                    <a:pt x="10972800" y="3169920"/>
                  </a:lnTo>
                  <a:lnTo>
                    <a:pt x="0" y="3169920"/>
                  </a:lnTo>
                  <a:close/>
                </a:path>
              </a:pathLst>
            </a:custGeom>
            <a:solidFill>
              <a:srgbClr val="FFFFFF"/>
            </a:solidFill>
          </p:spPr>
        </p:sp>
        <p:sp>
          <p:nvSpPr>
            <p:cNvPr id="34" name="Freeform 34"/>
            <p:cNvSpPr/>
            <p:nvPr/>
          </p:nvSpPr>
          <p:spPr bwMode="auto">
            <a:xfrm rot="0" flipH="0" flipV="0">
              <a:off x="0" y="0"/>
              <a:ext cx="11006582" cy="3203702"/>
            </a:xfrm>
            <a:custGeom>
              <a:avLst/>
              <a:gdLst/>
              <a:ahLst/>
              <a:cxnLst/>
              <a:rect l="l" t="t" r="r" b="b"/>
              <a:pathLst>
                <a:path w="11006582" h="3203702" fill="norm" stroke="1" extrusionOk="0">
                  <a:moveTo>
                    <a:pt x="16891" y="0"/>
                  </a:moveTo>
                  <a:lnTo>
                    <a:pt x="10989691" y="0"/>
                  </a:lnTo>
                  <a:cubicBezTo>
                    <a:pt x="10999089" y="0"/>
                    <a:pt x="11006582" y="7620"/>
                    <a:pt x="11006582" y="16891"/>
                  </a:cubicBezTo>
                  <a:lnTo>
                    <a:pt x="11006582" y="3186811"/>
                  </a:lnTo>
                  <a:cubicBezTo>
                    <a:pt x="11006582" y="3196209"/>
                    <a:pt x="10998962" y="3203702"/>
                    <a:pt x="10989691" y="3203702"/>
                  </a:cubicBezTo>
                  <a:lnTo>
                    <a:pt x="16891" y="3203702"/>
                  </a:lnTo>
                  <a:cubicBezTo>
                    <a:pt x="7493" y="3203702"/>
                    <a:pt x="0" y="3196082"/>
                    <a:pt x="0" y="3186811"/>
                  </a:cubicBezTo>
                  <a:lnTo>
                    <a:pt x="0" y="16891"/>
                  </a:lnTo>
                  <a:cubicBezTo>
                    <a:pt x="0" y="7620"/>
                    <a:pt x="7620" y="0"/>
                    <a:pt x="16891" y="0"/>
                  </a:cubicBezTo>
                  <a:moveTo>
                    <a:pt x="16891" y="33909"/>
                  </a:moveTo>
                  <a:lnTo>
                    <a:pt x="16891" y="16891"/>
                  </a:lnTo>
                  <a:lnTo>
                    <a:pt x="33909" y="16891"/>
                  </a:lnTo>
                  <a:lnTo>
                    <a:pt x="33909" y="3186811"/>
                  </a:lnTo>
                  <a:lnTo>
                    <a:pt x="16891" y="3186811"/>
                  </a:lnTo>
                  <a:lnTo>
                    <a:pt x="16891" y="3169920"/>
                  </a:lnTo>
                  <a:lnTo>
                    <a:pt x="10989691" y="3169920"/>
                  </a:lnTo>
                  <a:lnTo>
                    <a:pt x="10989691" y="3186811"/>
                  </a:lnTo>
                  <a:lnTo>
                    <a:pt x="10972800" y="3186811"/>
                  </a:lnTo>
                  <a:lnTo>
                    <a:pt x="10972800" y="16891"/>
                  </a:lnTo>
                  <a:lnTo>
                    <a:pt x="10989691" y="16891"/>
                  </a:lnTo>
                  <a:lnTo>
                    <a:pt x="10989691" y="33909"/>
                  </a:lnTo>
                  <a:lnTo>
                    <a:pt x="16891" y="33909"/>
                  </a:lnTo>
                  <a:close/>
                </a:path>
              </a:pathLst>
            </a:custGeom>
            <a:solidFill>
              <a:srgbClr val="E2E8F0"/>
            </a:solidFill>
          </p:spPr>
        </p:sp>
      </p:grpSp>
      <p:grpSp>
        <p:nvGrpSpPr>
          <p:cNvPr id="872209896" name="Group 35"/>
          <p:cNvGrpSpPr/>
          <p:nvPr/>
        </p:nvGrpSpPr>
        <p:grpSpPr bwMode="auto">
          <a:xfrm rot="0">
            <a:off x="627383" y="4467863"/>
            <a:ext cx="171707" cy="2402843"/>
            <a:chOff x="0" y="0"/>
            <a:chExt cx="228943" cy="3203791"/>
          </a:xfrm>
        </p:grpSpPr>
        <p:sp>
          <p:nvSpPr>
            <p:cNvPr id="36" name="Freeform 36"/>
            <p:cNvSpPr/>
            <p:nvPr/>
          </p:nvSpPr>
          <p:spPr bwMode="auto">
            <a:xfrm rot="0" flipH="0" flipV="0">
              <a:off x="16891" y="16891"/>
              <a:ext cx="195072" cy="3169920"/>
            </a:xfrm>
            <a:custGeom>
              <a:avLst/>
              <a:gdLst/>
              <a:ahLst/>
              <a:cxnLst/>
              <a:rect l="l" t="t" r="r" b="b"/>
              <a:pathLst>
                <a:path w="195072" h="3169920" fill="norm" stroke="1" extrusionOk="0">
                  <a:moveTo>
                    <a:pt x="0" y="0"/>
                  </a:moveTo>
                  <a:lnTo>
                    <a:pt x="195072" y="0"/>
                  </a:lnTo>
                  <a:lnTo>
                    <a:pt x="195072" y="3169920"/>
                  </a:lnTo>
                  <a:lnTo>
                    <a:pt x="0" y="3169920"/>
                  </a:lnTo>
                  <a:close/>
                </a:path>
              </a:pathLst>
            </a:custGeom>
            <a:solidFill>
              <a:srgbClr val="EF4444"/>
            </a:solidFill>
          </p:spPr>
        </p:sp>
        <p:sp>
          <p:nvSpPr>
            <p:cNvPr id="37" name="Freeform 37"/>
            <p:cNvSpPr/>
            <p:nvPr/>
          </p:nvSpPr>
          <p:spPr bwMode="auto">
            <a:xfrm rot="0" flipH="0" flipV="0">
              <a:off x="0" y="0"/>
              <a:ext cx="228854" cy="3203702"/>
            </a:xfrm>
            <a:custGeom>
              <a:avLst/>
              <a:gdLst/>
              <a:ahLst/>
              <a:cxnLst/>
              <a:rect l="l" t="t" r="r" b="b"/>
              <a:pathLst>
                <a:path w="228854" h="3203702" fill="norm" stroke="1" extrusionOk="0">
                  <a:moveTo>
                    <a:pt x="16891" y="0"/>
                  </a:moveTo>
                  <a:lnTo>
                    <a:pt x="211963" y="0"/>
                  </a:lnTo>
                  <a:cubicBezTo>
                    <a:pt x="221361" y="0"/>
                    <a:pt x="228854" y="7620"/>
                    <a:pt x="228854" y="16891"/>
                  </a:cubicBezTo>
                  <a:lnTo>
                    <a:pt x="228854" y="3186811"/>
                  </a:lnTo>
                  <a:cubicBezTo>
                    <a:pt x="228854" y="3196209"/>
                    <a:pt x="221234" y="3203702"/>
                    <a:pt x="211963" y="3203702"/>
                  </a:cubicBezTo>
                  <a:lnTo>
                    <a:pt x="16891" y="3203702"/>
                  </a:lnTo>
                  <a:cubicBezTo>
                    <a:pt x="7493" y="3203702"/>
                    <a:pt x="0" y="3196082"/>
                    <a:pt x="0" y="3186811"/>
                  </a:cubicBezTo>
                  <a:lnTo>
                    <a:pt x="0" y="16891"/>
                  </a:lnTo>
                  <a:cubicBezTo>
                    <a:pt x="0" y="7620"/>
                    <a:pt x="7620" y="0"/>
                    <a:pt x="16891" y="0"/>
                  </a:cubicBezTo>
                  <a:moveTo>
                    <a:pt x="16891" y="33909"/>
                  </a:moveTo>
                  <a:lnTo>
                    <a:pt x="16891" y="16891"/>
                  </a:lnTo>
                  <a:lnTo>
                    <a:pt x="33909" y="16891"/>
                  </a:lnTo>
                  <a:lnTo>
                    <a:pt x="33909" y="3186811"/>
                  </a:lnTo>
                  <a:lnTo>
                    <a:pt x="16891" y="3186811"/>
                  </a:lnTo>
                  <a:lnTo>
                    <a:pt x="16891" y="3169920"/>
                  </a:lnTo>
                  <a:lnTo>
                    <a:pt x="211963" y="3169920"/>
                  </a:lnTo>
                  <a:lnTo>
                    <a:pt x="211963" y="3186811"/>
                  </a:lnTo>
                  <a:lnTo>
                    <a:pt x="195072" y="3186811"/>
                  </a:lnTo>
                  <a:lnTo>
                    <a:pt x="195072" y="16891"/>
                  </a:lnTo>
                  <a:lnTo>
                    <a:pt x="211963" y="16891"/>
                  </a:lnTo>
                  <a:lnTo>
                    <a:pt x="211963" y="33909"/>
                  </a:lnTo>
                  <a:lnTo>
                    <a:pt x="16891" y="33909"/>
                  </a:lnTo>
                  <a:close/>
                </a:path>
              </a:pathLst>
            </a:custGeom>
            <a:solidFill>
              <a:srgbClr val="EF4444"/>
            </a:solidFill>
          </p:spPr>
        </p:sp>
      </p:grpSp>
      <p:grpSp>
        <p:nvGrpSpPr>
          <p:cNvPr id="1999434225" name="Group 38"/>
          <p:cNvGrpSpPr/>
          <p:nvPr/>
        </p:nvGrpSpPr>
        <p:grpSpPr bwMode="auto">
          <a:xfrm rot="0">
            <a:off x="969264" y="4663440"/>
            <a:ext cx="7680960" cy="640080"/>
            <a:chOff x="0" y="0"/>
            <a:chExt cx="10241280" cy="853440"/>
          </a:xfrm>
        </p:grpSpPr>
        <p:sp>
          <p:nvSpPr>
            <p:cNvPr id="39" name="Freeform 39"/>
            <p:cNvSpPr/>
            <p:nvPr/>
          </p:nvSpPr>
          <p:spPr bwMode="auto">
            <a:xfrm rot="0" flipH="0" flipV="0">
              <a:off x="0" y="0"/>
              <a:ext cx="10241280" cy="853440"/>
            </a:xfrm>
            <a:custGeom>
              <a:avLst/>
              <a:gdLst/>
              <a:ahLst/>
              <a:cxnLst/>
              <a:rect l="l" t="t" r="r" b="b"/>
              <a:pathLst>
                <a:path w="10241280" h="853440" fill="norm" stroke="1" extrusionOk="0">
                  <a:moveTo>
                    <a:pt x="0" y="0"/>
                  </a:moveTo>
                  <a:lnTo>
                    <a:pt x="10241280" y="0"/>
                  </a:lnTo>
                  <a:lnTo>
                    <a:pt x="10241280" y="853440"/>
                  </a:lnTo>
                  <a:lnTo>
                    <a:pt x="0" y="853440"/>
                  </a:lnTo>
                  <a:close/>
                </a:path>
              </a:pathLst>
            </a:custGeom>
            <a:blipFill rotWithShape="1">
              <a:blip r:embed="rId3">
                <a:alphaModFix amt="0"/>
              </a:blip>
              <a:stretch>
                <a:fillRect l="0" t="-183820" r="0" b="-183820"/>
              </a:stretch>
            </a:blipFill>
          </p:spPr>
        </p:sp>
        <p:sp>
          <p:nvSpPr>
            <p:cNvPr id="40" name="TextBox 40"/>
            <p:cNvSpPr txBox="1"/>
            <p:nvPr/>
          </p:nvSpPr>
          <p:spPr bwMode="auto">
            <a:xfrm>
              <a:off x="0" y="-57150"/>
              <a:ext cx="10241280" cy="910590"/>
            </a:xfrm>
            <a:prstGeom prst="rect">
              <a:avLst/>
            </a:prstGeom>
            <a:grpFill/>
          </p:spPr>
          <p:txBody>
            <a:bodyPr lIns="0" tIns="0" rIns="0" bIns="0" rtlCol="0" anchor="ctr"/>
            <a:lstStyle/>
            <a:p>
              <a:pPr algn="l">
                <a:lnSpc>
                  <a:spcPts val="3120"/>
                </a:lnSpc>
                <a:defRPr/>
              </a:pPr>
              <a:r>
                <a:rPr lang="en-US" sz="2600" b="1">
                  <a:solidFill>
                    <a:srgbClr val="0F172A"/>
                  </a:solidFill>
                  <a:latin typeface="Calibri (MS) Bold"/>
                  <a:ea typeface="Calibri (MS) Bold"/>
                  <a:cs typeface="Calibri (MS) Bold"/>
                </a:rPr>
                <a:t>📱  No Mobile App</a:t>
              </a:r>
              <a:endParaRPr/>
            </a:p>
          </p:txBody>
        </p:sp>
      </p:grpSp>
      <p:grpSp>
        <p:nvGrpSpPr>
          <p:cNvPr id="998158330" name="Group 41"/>
          <p:cNvGrpSpPr/>
          <p:nvPr/>
        </p:nvGrpSpPr>
        <p:grpSpPr bwMode="auto">
          <a:xfrm rot="0">
            <a:off x="969264" y="5303520"/>
            <a:ext cx="7680960" cy="1371600"/>
            <a:chOff x="0" y="0"/>
            <a:chExt cx="10241280" cy="1828800"/>
          </a:xfrm>
        </p:grpSpPr>
        <p:sp>
          <p:nvSpPr>
            <p:cNvPr id="42" name="Freeform 42"/>
            <p:cNvSpPr/>
            <p:nvPr/>
          </p:nvSpPr>
          <p:spPr bwMode="auto">
            <a:xfrm rot="0" flipH="0" flipV="0">
              <a:off x="0" y="0"/>
              <a:ext cx="10241280" cy="1828800"/>
            </a:xfrm>
            <a:custGeom>
              <a:avLst/>
              <a:gdLst/>
              <a:ahLst/>
              <a:cxnLst/>
              <a:rect l="l" t="t" r="r" b="b"/>
              <a:pathLst>
                <a:path w="10241280" h="1828800" fill="norm" stroke="1" extrusionOk="0">
                  <a:moveTo>
                    <a:pt x="0" y="0"/>
                  </a:moveTo>
                  <a:lnTo>
                    <a:pt x="10241280" y="0"/>
                  </a:lnTo>
                  <a:lnTo>
                    <a:pt x="10241280" y="1828800"/>
                  </a:lnTo>
                  <a:lnTo>
                    <a:pt x="0" y="1828800"/>
                  </a:lnTo>
                  <a:close/>
                </a:path>
              </a:pathLst>
            </a:custGeom>
            <a:blipFill rotWithShape="1">
              <a:blip r:embed="rId3">
                <a:alphaModFix amt="0"/>
              </a:blip>
              <a:stretch>
                <a:fillRect l="0" t="-59116" r="0" b="-59115"/>
              </a:stretch>
            </a:blipFill>
          </p:spPr>
        </p:sp>
        <p:sp>
          <p:nvSpPr>
            <p:cNvPr id="43" name="TextBox 43"/>
            <p:cNvSpPr txBox="1"/>
            <p:nvPr/>
          </p:nvSpPr>
          <p:spPr bwMode="auto">
            <a:xfrm>
              <a:off x="0" y="-47625"/>
              <a:ext cx="10241280" cy="1876425"/>
            </a:xfrm>
            <a:prstGeom prst="rect">
              <a:avLst/>
            </a:prstGeom>
            <a:grpFill/>
          </p:spPr>
          <p:txBody>
            <a:bodyPr lIns="0" tIns="0" rIns="0" bIns="0" rtlCol="0" anchor="ctr"/>
            <a:lstStyle/>
            <a:p>
              <a:pPr algn="l">
                <a:lnSpc>
                  <a:spcPts val="2640"/>
                </a:lnSpc>
                <a:defRPr/>
              </a:pPr>
              <a:r>
                <a:rPr lang="en-US" sz="2200">
                  <a:solidFill>
                    <a:srgbClr val="64748B"/>
                  </a:solidFill>
                  <a:latin typeface="Calibri (MS)"/>
                  <a:ea typeface="Calibri (MS)"/>
                  <a:cs typeface="Calibri (MS)"/>
                </a:rPr>
                <a:t>Currently a web-only platform. A dedicated Android/iOS app would improve reach and usability.</a:t>
              </a:r>
              <a:endParaRPr/>
            </a:p>
          </p:txBody>
        </p:sp>
      </p:grpSp>
      <p:grpSp>
        <p:nvGrpSpPr>
          <p:cNvPr id="2061552805" name="Group 44"/>
          <p:cNvGrpSpPr/>
          <p:nvPr/>
        </p:nvGrpSpPr>
        <p:grpSpPr bwMode="auto">
          <a:xfrm rot="0">
            <a:off x="9405623" y="4467863"/>
            <a:ext cx="8255003" cy="2402843"/>
            <a:chOff x="0" y="0"/>
            <a:chExt cx="11006671" cy="3203791"/>
          </a:xfrm>
        </p:grpSpPr>
        <p:sp>
          <p:nvSpPr>
            <p:cNvPr id="45" name="Freeform 45"/>
            <p:cNvSpPr/>
            <p:nvPr/>
          </p:nvSpPr>
          <p:spPr bwMode="auto">
            <a:xfrm rot="0" flipH="0" flipV="0">
              <a:off x="16891" y="16891"/>
              <a:ext cx="10972800" cy="3169920"/>
            </a:xfrm>
            <a:custGeom>
              <a:avLst/>
              <a:gdLst/>
              <a:ahLst/>
              <a:cxnLst/>
              <a:rect l="l" t="t" r="r" b="b"/>
              <a:pathLst>
                <a:path w="10972800" h="3169920" fill="norm" stroke="1" extrusionOk="0">
                  <a:moveTo>
                    <a:pt x="0" y="0"/>
                  </a:moveTo>
                  <a:lnTo>
                    <a:pt x="10972800" y="0"/>
                  </a:lnTo>
                  <a:lnTo>
                    <a:pt x="10972800" y="3169920"/>
                  </a:lnTo>
                  <a:lnTo>
                    <a:pt x="0" y="3169920"/>
                  </a:lnTo>
                  <a:close/>
                </a:path>
              </a:pathLst>
            </a:custGeom>
            <a:solidFill>
              <a:srgbClr val="FFFFFF"/>
            </a:solidFill>
          </p:spPr>
        </p:sp>
        <p:sp>
          <p:nvSpPr>
            <p:cNvPr id="46" name="Freeform 46"/>
            <p:cNvSpPr/>
            <p:nvPr/>
          </p:nvSpPr>
          <p:spPr bwMode="auto">
            <a:xfrm rot="0" flipH="0" flipV="0">
              <a:off x="0" y="0"/>
              <a:ext cx="11006582" cy="3203702"/>
            </a:xfrm>
            <a:custGeom>
              <a:avLst/>
              <a:gdLst/>
              <a:ahLst/>
              <a:cxnLst/>
              <a:rect l="l" t="t" r="r" b="b"/>
              <a:pathLst>
                <a:path w="11006582" h="3203702" fill="norm" stroke="1" extrusionOk="0">
                  <a:moveTo>
                    <a:pt x="16891" y="0"/>
                  </a:moveTo>
                  <a:lnTo>
                    <a:pt x="10989691" y="0"/>
                  </a:lnTo>
                  <a:cubicBezTo>
                    <a:pt x="10999089" y="0"/>
                    <a:pt x="11006582" y="7620"/>
                    <a:pt x="11006582" y="16891"/>
                  </a:cubicBezTo>
                  <a:lnTo>
                    <a:pt x="11006582" y="3186811"/>
                  </a:lnTo>
                  <a:cubicBezTo>
                    <a:pt x="11006582" y="3196209"/>
                    <a:pt x="10998962" y="3203702"/>
                    <a:pt x="10989691" y="3203702"/>
                  </a:cubicBezTo>
                  <a:lnTo>
                    <a:pt x="16891" y="3203702"/>
                  </a:lnTo>
                  <a:cubicBezTo>
                    <a:pt x="7493" y="3203702"/>
                    <a:pt x="0" y="3196082"/>
                    <a:pt x="0" y="3186811"/>
                  </a:cubicBezTo>
                  <a:lnTo>
                    <a:pt x="0" y="16891"/>
                  </a:lnTo>
                  <a:cubicBezTo>
                    <a:pt x="0" y="7620"/>
                    <a:pt x="7620" y="0"/>
                    <a:pt x="16891" y="0"/>
                  </a:cubicBezTo>
                  <a:moveTo>
                    <a:pt x="16891" y="33909"/>
                  </a:moveTo>
                  <a:lnTo>
                    <a:pt x="16891" y="16891"/>
                  </a:lnTo>
                  <a:lnTo>
                    <a:pt x="33909" y="16891"/>
                  </a:lnTo>
                  <a:lnTo>
                    <a:pt x="33909" y="3186811"/>
                  </a:lnTo>
                  <a:lnTo>
                    <a:pt x="16891" y="3186811"/>
                  </a:lnTo>
                  <a:lnTo>
                    <a:pt x="16891" y="3169920"/>
                  </a:lnTo>
                  <a:lnTo>
                    <a:pt x="10989691" y="3169920"/>
                  </a:lnTo>
                  <a:lnTo>
                    <a:pt x="10989691" y="3186811"/>
                  </a:lnTo>
                  <a:lnTo>
                    <a:pt x="10972800" y="3186811"/>
                  </a:lnTo>
                  <a:lnTo>
                    <a:pt x="10972800" y="16891"/>
                  </a:lnTo>
                  <a:lnTo>
                    <a:pt x="10989691" y="16891"/>
                  </a:lnTo>
                  <a:lnTo>
                    <a:pt x="10989691" y="33909"/>
                  </a:lnTo>
                  <a:lnTo>
                    <a:pt x="16891" y="33909"/>
                  </a:lnTo>
                  <a:close/>
                </a:path>
              </a:pathLst>
            </a:custGeom>
            <a:solidFill>
              <a:srgbClr val="E2E8F0"/>
            </a:solidFill>
          </p:spPr>
        </p:sp>
      </p:grpSp>
      <p:grpSp>
        <p:nvGrpSpPr>
          <p:cNvPr id="1279940547" name="Group 47"/>
          <p:cNvGrpSpPr/>
          <p:nvPr/>
        </p:nvGrpSpPr>
        <p:grpSpPr bwMode="auto">
          <a:xfrm rot="0">
            <a:off x="9405623" y="4467863"/>
            <a:ext cx="171707" cy="2402843"/>
            <a:chOff x="0" y="0"/>
            <a:chExt cx="228943" cy="3203791"/>
          </a:xfrm>
        </p:grpSpPr>
        <p:sp>
          <p:nvSpPr>
            <p:cNvPr id="48" name="Freeform 48"/>
            <p:cNvSpPr/>
            <p:nvPr/>
          </p:nvSpPr>
          <p:spPr bwMode="auto">
            <a:xfrm rot="0" flipH="0" flipV="0">
              <a:off x="16891" y="16891"/>
              <a:ext cx="195072" cy="3169920"/>
            </a:xfrm>
            <a:custGeom>
              <a:avLst/>
              <a:gdLst/>
              <a:ahLst/>
              <a:cxnLst/>
              <a:rect l="l" t="t" r="r" b="b"/>
              <a:pathLst>
                <a:path w="195072" h="3169920" fill="norm" stroke="1" extrusionOk="0">
                  <a:moveTo>
                    <a:pt x="0" y="0"/>
                  </a:moveTo>
                  <a:lnTo>
                    <a:pt x="195072" y="0"/>
                  </a:lnTo>
                  <a:lnTo>
                    <a:pt x="195072" y="3169920"/>
                  </a:lnTo>
                  <a:lnTo>
                    <a:pt x="0" y="3169920"/>
                  </a:lnTo>
                  <a:close/>
                </a:path>
              </a:pathLst>
            </a:custGeom>
            <a:solidFill>
              <a:srgbClr val="EF4444"/>
            </a:solidFill>
          </p:spPr>
        </p:sp>
        <p:sp>
          <p:nvSpPr>
            <p:cNvPr id="49" name="Freeform 49"/>
            <p:cNvSpPr/>
            <p:nvPr/>
          </p:nvSpPr>
          <p:spPr bwMode="auto">
            <a:xfrm rot="0" flipH="0" flipV="0">
              <a:off x="0" y="0"/>
              <a:ext cx="228854" cy="3203702"/>
            </a:xfrm>
            <a:custGeom>
              <a:avLst/>
              <a:gdLst/>
              <a:ahLst/>
              <a:cxnLst/>
              <a:rect l="l" t="t" r="r" b="b"/>
              <a:pathLst>
                <a:path w="228854" h="3203702" fill="norm" stroke="1" extrusionOk="0">
                  <a:moveTo>
                    <a:pt x="16891" y="0"/>
                  </a:moveTo>
                  <a:lnTo>
                    <a:pt x="211963" y="0"/>
                  </a:lnTo>
                  <a:cubicBezTo>
                    <a:pt x="221361" y="0"/>
                    <a:pt x="228854" y="7620"/>
                    <a:pt x="228854" y="16891"/>
                  </a:cubicBezTo>
                  <a:lnTo>
                    <a:pt x="228854" y="3186811"/>
                  </a:lnTo>
                  <a:cubicBezTo>
                    <a:pt x="228854" y="3196209"/>
                    <a:pt x="221234" y="3203702"/>
                    <a:pt x="211963" y="3203702"/>
                  </a:cubicBezTo>
                  <a:lnTo>
                    <a:pt x="16891" y="3203702"/>
                  </a:lnTo>
                  <a:cubicBezTo>
                    <a:pt x="7493" y="3203702"/>
                    <a:pt x="0" y="3196082"/>
                    <a:pt x="0" y="3186811"/>
                  </a:cubicBezTo>
                  <a:lnTo>
                    <a:pt x="0" y="16891"/>
                  </a:lnTo>
                  <a:cubicBezTo>
                    <a:pt x="0" y="7620"/>
                    <a:pt x="7620" y="0"/>
                    <a:pt x="16891" y="0"/>
                  </a:cubicBezTo>
                  <a:moveTo>
                    <a:pt x="16891" y="33909"/>
                  </a:moveTo>
                  <a:lnTo>
                    <a:pt x="16891" y="16891"/>
                  </a:lnTo>
                  <a:lnTo>
                    <a:pt x="33909" y="16891"/>
                  </a:lnTo>
                  <a:lnTo>
                    <a:pt x="33909" y="3186811"/>
                  </a:lnTo>
                  <a:lnTo>
                    <a:pt x="16891" y="3186811"/>
                  </a:lnTo>
                  <a:lnTo>
                    <a:pt x="16891" y="3169920"/>
                  </a:lnTo>
                  <a:lnTo>
                    <a:pt x="211963" y="3169920"/>
                  </a:lnTo>
                  <a:lnTo>
                    <a:pt x="211963" y="3186811"/>
                  </a:lnTo>
                  <a:lnTo>
                    <a:pt x="195072" y="3186811"/>
                  </a:lnTo>
                  <a:lnTo>
                    <a:pt x="195072" y="16891"/>
                  </a:lnTo>
                  <a:lnTo>
                    <a:pt x="211963" y="16891"/>
                  </a:lnTo>
                  <a:lnTo>
                    <a:pt x="211963" y="33909"/>
                  </a:lnTo>
                  <a:lnTo>
                    <a:pt x="16891" y="33909"/>
                  </a:lnTo>
                  <a:close/>
                </a:path>
              </a:pathLst>
            </a:custGeom>
            <a:solidFill>
              <a:srgbClr val="EF4444"/>
            </a:solidFill>
          </p:spPr>
        </p:sp>
      </p:grpSp>
      <p:grpSp>
        <p:nvGrpSpPr>
          <p:cNvPr id="2117063754" name="Group 50"/>
          <p:cNvGrpSpPr/>
          <p:nvPr/>
        </p:nvGrpSpPr>
        <p:grpSpPr bwMode="auto">
          <a:xfrm rot="0">
            <a:off x="9747504" y="4663440"/>
            <a:ext cx="7680960" cy="640080"/>
            <a:chOff x="0" y="0"/>
            <a:chExt cx="10241280" cy="853440"/>
          </a:xfrm>
        </p:grpSpPr>
        <p:sp>
          <p:nvSpPr>
            <p:cNvPr id="51" name="Freeform 51"/>
            <p:cNvSpPr/>
            <p:nvPr/>
          </p:nvSpPr>
          <p:spPr bwMode="auto">
            <a:xfrm rot="0" flipH="0" flipV="0">
              <a:off x="0" y="0"/>
              <a:ext cx="10241280" cy="853440"/>
            </a:xfrm>
            <a:custGeom>
              <a:avLst/>
              <a:gdLst/>
              <a:ahLst/>
              <a:cxnLst/>
              <a:rect l="l" t="t" r="r" b="b"/>
              <a:pathLst>
                <a:path w="10241280" h="853440" fill="norm" stroke="1" extrusionOk="0">
                  <a:moveTo>
                    <a:pt x="0" y="0"/>
                  </a:moveTo>
                  <a:lnTo>
                    <a:pt x="10241280" y="0"/>
                  </a:lnTo>
                  <a:lnTo>
                    <a:pt x="10241280" y="853440"/>
                  </a:lnTo>
                  <a:lnTo>
                    <a:pt x="0" y="853440"/>
                  </a:lnTo>
                  <a:close/>
                </a:path>
              </a:pathLst>
            </a:custGeom>
            <a:blipFill rotWithShape="1">
              <a:blip r:embed="rId3">
                <a:alphaModFix amt="0"/>
              </a:blip>
              <a:stretch>
                <a:fillRect l="0" t="-183820" r="0" b="-183820"/>
              </a:stretch>
            </a:blipFill>
          </p:spPr>
        </p:sp>
        <p:sp>
          <p:nvSpPr>
            <p:cNvPr id="52" name="TextBox 52"/>
            <p:cNvSpPr txBox="1"/>
            <p:nvPr/>
          </p:nvSpPr>
          <p:spPr bwMode="auto">
            <a:xfrm>
              <a:off x="0" y="-57150"/>
              <a:ext cx="10241280" cy="910590"/>
            </a:xfrm>
            <a:prstGeom prst="rect">
              <a:avLst/>
            </a:prstGeom>
            <a:grpFill/>
          </p:spPr>
          <p:txBody>
            <a:bodyPr lIns="0" tIns="0" rIns="0" bIns="0" rtlCol="0" anchor="ctr"/>
            <a:lstStyle/>
            <a:p>
              <a:pPr algn="l">
                <a:lnSpc>
                  <a:spcPts val="3120"/>
                </a:lnSpc>
                <a:defRPr/>
              </a:pPr>
              <a:r>
                <a:rPr lang="en-US" sz="2600" b="1">
                  <a:solidFill>
                    <a:srgbClr val="0F172A"/>
                  </a:solidFill>
                  <a:latin typeface="Calibri (MS) Bold"/>
                  <a:ea typeface="Calibri (MS) Bold"/>
                  <a:cs typeface="Calibri (MS) Bold"/>
                </a:rPr>
                <a:t>🔔  Basic Notifications</a:t>
              </a:r>
              <a:endParaRPr/>
            </a:p>
          </p:txBody>
        </p:sp>
      </p:grpSp>
      <p:grpSp>
        <p:nvGrpSpPr>
          <p:cNvPr id="491523280" name="Group 53"/>
          <p:cNvGrpSpPr/>
          <p:nvPr/>
        </p:nvGrpSpPr>
        <p:grpSpPr bwMode="auto">
          <a:xfrm rot="0">
            <a:off x="9747504" y="5303520"/>
            <a:ext cx="7680960" cy="1371600"/>
            <a:chOff x="0" y="0"/>
            <a:chExt cx="10241280" cy="1828800"/>
          </a:xfrm>
        </p:grpSpPr>
        <p:sp>
          <p:nvSpPr>
            <p:cNvPr id="54" name="Freeform 54"/>
            <p:cNvSpPr/>
            <p:nvPr/>
          </p:nvSpPr>
          <p:spPr bwMode="auto">
            <a:xfrm rot="0" flipH="0" flipV="0">
              <a:off x="0" y="0"/>
              <a:ext cx="10241280" cy="1828800"/>
            </a:xfrm>
            <a:custGeom>
              <a:avLst/>
              <a:gdLst/>
              <a:ahLst/>
              <a:cxnLst/>
              <a:rect l="l" t="t" r="r" b="b"/>
              <a:pathLst>
                <a:path w="10241280" h="1828800" fill="norm" stroke="1" extrusionOk="0">
                  <a:moveTo>
                    <a:pt x="0" y="0"/>
                  </a:moveTo>
                  <a:lnTo>
                    <a:pt x="10241280" y="0"/>
                  </a:lnTo>
                  <a:lnTo>
                    <a:pt x="10241280" y="1828800"/>
                  </a:lnTo>
                  <a:lnTo>
                    <a:pt x="0" y="1828800"/>
                  </a:lnTo>
                  <a:close/>
                </a:path>
              </a:pathLst>
            </a:custGeom>
            <a:blipFill rotWithShape="1">
              <a:blip r:embed="rId3">
                <a:alphaModFix amt="0"/>
              </a:blip>
              <a:stretch>
                <a:fillRect l="0" t="-59116" r="0" b="-59115"/>
              </a:stretch>
            </a:blipFill>
          </p:spPr>
        </p:sp>
        <p:sp>
          <p:nvSpPr>
            <p:cNvPr id="55" name="TextBox 55"/>
            <p:cNvSpPr txBox="1"/>
            <p:nvPr/>
          </p:nvSpPr>
          <p:spPr bwMode="auto">
            <a:xfrm>
              <a:off x="0" y="-47625"/>
              <a:ext cx="10241280" cy="1876425"/>
            </a:xfrm>
            <a:prstGeom prst="rect">
              <a:avLst/>
            </a:prstGeom>
            <a:grpFill/>
          </p:spPr>
          <p:txBody>
            <a:bodyPr lIns="0" tIns="0" rIns="0" bIns="0" rtlCol="0" anchor="ctr"/>
            <a:lstStyle/>
            <a:p>
              <a:pPr algn="l">
                <a:lnSpc>
                  <a:spcPts val="2640"/>
                </a:lnSpc>
                <a:defRPr/>
              </a:pPr>
              <a:r>
                <a:rPr lang="en-US" sz="2200">
                  <a:solidFill>
                    <a:srgbClr val="64748B"/>
                  </a:solidFill>
                  <a:latin typeface="Calibri (MS)"/>
                  <a:ea typeface="Calibri (MS)"/>
                  <a:cs typeface="Calibri (MS)"/>
                </a:rPr>
                <a:t>Email-only alerts. Push notifications and SMS are not yet integrated.</a:t>
              </a:r>
              <a:endParaRPr/>
            </a:p>
          </p:txBody>
        </p:sp>
      </p:grpSp>
      <p:grpSp>
        <p:nvGrpSpPr>
          <p:cNvPr id="90717491" name="Group 56"/>
          <p:cNvGrpSpPr/>
          <p:nvPr/>
        </p:nvGrpSpPr>
        <p:grpSpPr bwMode="auto">
          <a:xfrm rot="0">
            <a:off x="627383" y="7211063"/>
            <a:ext cx="8255003" cy="2402843"/>
            <a:chOff x="0" y="0"/>
            <a:chExt cx="11006671" cy="3203791"/>
          </a:xfrm>
        </p:grpSpPr>
        <p:sp>
          <p:nvSpPr>
            <p:cNvPr id="57" name="Freeform 57"/>
            <p:cNvSpPr/>
            <p:nvPr/>
          </p:nvSpPr>
          <p:spPr bwMode="auto">
            <a:xfrm rot="0" flipH="0" flipV="0">
              <a:off x="16891" y="16891"/>
              <a:ext cx="10972800" cy="3169920"/>
            </a:xfrm>
            <a:custGeom>
              <a:avLst/>
              <a:gdLst/>
              <a:ahLst/>
              <a:cxnLst/>
              <a:rect l="l" t="t" r="r" b="b"/>
              <a:pathLst>
                <a:path w="10972800" h="3169920" fill="norm" stroke="1" extrusionOk="0">
                  <a:moveTo>
                    <a:pt x="0" y="0"/>
                  </a:moveTo>
                  <a:lnTo>
                    <a:pt x="10972800" y="0"/>
                  </a:lnTo>
                  <a:lnTo>
                    <a:pt x="10972800" y="3169920"/>
                  </a:lnTo>
                  <a:lnTo>
                    <a:pt x="0" y="3169920"/>
                  </a:lnTo>
                  <a:close/>
                </a:path>
              </a:pathLst>
            </a:custGeom>
            <a:solidFill>
              <a:srgbClr val="FFFFFF"/>
            </a:solidFill>
          </p:spPr>
        </p:sp>
        <p:sp>
          <p:nvSpPr>
            <p:cNvPr id="58" name="Freeform 58"/>
            <p:cNvSpPr/>
            <p:nvPr/>
          </p:nvSpPr>
          <p:spPr bwMode="auto">
            <a:xfrm rot="0" flipH="0" flipV="0">
              <a:off x="0" y="0"/>
              <a:ext cx="11006582" cy="3203702"/>
            </a:xfrm>
            <a:custGeom>
              <a:avLst/>
              <a:gdLst/>
              <a:ahLst/>
              <a:cxnLst/>
              <a:rect l="l" t="t" r="r" b="b"/>
              <a:pathLst>
                <a:path w="11006582" h="3203702" fill="norm" stroke="1" extrusionOk="0">
                  <a:moveTo>
                    <a:pt x="16891" y="0"/>
                  </a:moveTo>
                  <a:lnTo>
                    <a:pt x="10989691" y="0"/>
                  </a:lnTo>
                  <a:cubicBezTo>
                    <a:pt x="10999089" y="0"/>
                    <a:pt x="11006582" y="7620"/>
                    <a:pt x="11006582" y="16891"/>
                  </a:cubicBezTo>
                  <a:lnTo>
                    <a:pt x="11006582" y="3186811"/>
                  </a:lnTo>
                  <a:cubicBezTo>
                    <a:pt x="11006582" y="3196209"/>
                    <a:pt x="10998962" y="3203702"/>
                    <a:pt x="10989691" y="3203702"/>
                  </a:cubicBezTo>
                  <a:lnTo>
                    <a:pt x="16891" y="3203702"/>
                  </a:lnTo>
                  <a:cubicBezTo>
                    <a:pt x="7493" y="3203702"/>
                    <a:pt x="0" y="3196082"/>
                    <a:pt x="0" y="3186811"/>
                  </a:cubicBezTo>
                  <a:lnTo>
                    <a:pt x="0" y="16891"/>
                  </a:lnTo>
                  <a:cubicBezTo>
                    <a:pt x="0" y="7620"/>
                    <a:pt x="7620" y="0"/>
                    <a:pt x="16891" y="0"/>
                  </a:cubicBezTo>
                  <a:moveTo>
                    <a:pt x="16891" y="33909"/>
                  </a:moveTo>
                  <a:lnTo>
                    <a:pt x="16891" y="16891"/>
                  </a:lnTo>
                  <a:lnTo>
                    <a:pt x="33909" y="16891"/>
                  </a:lnTo>
                  <a:lnTo>
                    <a:pt x="33909" y="3186811"/>
                  </a:lnTo>
                  <a:lnTo>
                    <a:pt x="16891" y="3186811"/>
                  </a:lnTo>
                  <a:lnTo>
                    <a:pt x="16891" y="3169920"/>
                  </a:lnTo>
                  <a:lnTo>
                    <a:pt x="10989691" y="3169920"/>
                  </a:lnTo>
                  <a:lnTo>
                    <a:pt x="10989691" y="3186811"/>
                  </a:lnTo>
                  <a:lnTo>
                    <a:pt x="10972800" y="3186811"/>
                  </a:lnTo>
                  <a:lnTo>
                    <a:pt x="10972800" y="16891"/>
                  </a:lnTo>
                  <a:lnTo>
                    <a:pt x="10989691" y="16891"/>
                  </a:lnTo>
                  <a:lnTo>
                    <a:pt x="10989691" y="33909"/>
                  </a:lnTo>
                  <a:lnTo>
                    <a:pt x="16891" y="33909"/>
                  </a:lnTo>
                  <a:close/>
                </a:path>
              </a:pathLst>
            </a:custGeom>
            <a:solidFill>
              <a:srgbClr val="E2E8F0"/>
            </a:solidFill>
          </p:spPr>
        </p:sp>
      </p:grpSp>
      <p:grpSp>
        <p:nvGrpSpPr>
          <p:cNvPr id="1094873797" name="Group 59"/>
          <p:cNvGrpSpPr/>
          <p:nvPr/>
        </p:nvGrpSpPr>
        <p:grpSpPr bwMode="auto">
          <a:xfrm rot="0">
            <a:off x="627383" y="7211063"/>
            <a:ext cx="171707" cy="2402843"/>
            <a:chOff x="0" y="0"/>
            <a:chExt cx="228943" cy="3203791"/>
          </a:xfrm>
        </p:grpSpPr>
        <p:sp>
          <p:nvSpPr>
            <p:cNvPr id="60" name="Freeform 60"/>
            <p:cNvSpPr/>
            <p:nvPr/>
          </p:nvSpPr>
          <p:spPr bwMode="auto">
            <a:xfrm rot="0" flipH="0" flipV="0">
              <a:off x="16891" y="16891"/>
              <a:ext cx="195072" cy="3169920"/>
            </a:xfrm>
            <a:custGeom>
              <a:avLst/>
              <a:gdLst/>
              <a:ahLst/>
              <a:cxnLst/>
              <a:rect l="l" t="t" r="r" b="b"/>
              <a:pathLst>
                <a:path w="195072" h="3169920" fill="norm" stroke="1" extrusionOk="0">
                  <a:moveTo>
                    <a:pt x="0" y="0"/>
                  </a:moveTo>
                  <a:lnTo>
                    <a:pt x="195072" y="0"/>
                  </a:lnTo>
                  <a:lnTo>
                    <a:pt x="195072" y="3169920"/>
                  </a:lnTo>
                  <a:lnTo>
                    <a:pt x="0" y="3169920"/>
                  </a:lnTo>
                  <a:close/>
                </a:path>
              </a:pathLst>
            </a:custGeom>
            <a:solidFill>
              <a:srgbClr val="EF4444"/>
            </a:solidFill>
          </p:spPr>
        </p:sp>
        <p:sp>
          <p:nvSpPr>
            <p:cNvPr id="61" name="Freeform 61"/>
            <p:cNvSpPr/>
            <p:nvPr/>
          </p:nvSpPr>
          <p:spPr bwMode="auto">
            <a:xfrm rot="0" flipH="0" flipV="0">
              <a:off x="0" y="0"/>
              <a:ext cx="228854" cy="3203702"/>
            </a:xfrm>
            <a:custGeom>
              <a:avLst/>
              <a:gdLst/>
              <a:ahLst/>
              <a:cxnLst/>
              <a:rect l="l" t="t" r="r" b="b"/>
              <a:pathLst>
                <a:path w="228854" h="3203702" fill="norm" stroke="1" extrusionOk="0">
                  <a:moveTo>
                    <a:pt x="16891" y="0"/>
                  </a:moveTo>
                  <a:lnTo>
                    <a:pt x="211963" y="0"/>
                  </a:lnTo>
                  <a:cubicBezTo>
                    <a:pt x="221361" y="0"/>
                    <a:pt x="228854" y="7620"/>
                    <a:pt x="228854" y="16891"/>
                  </a:cubicBezTo>
                  <a:lnTo>
                    <a:pt x="228854" y="3186811"/>
                  </a:lnTo>
                  <a:cubicBezTo>
                    <a:pt x="228854" y="3196209"/>
                    <a:pt x="221234" y="3203702"/>
                    <a:pt x="211963" y="3203702"/>
                  </a:cubicBezTo>
                  <a:lnTo>
                    <a:pt x="16891" y="3203702"/>
                  </a:lnTo>
                  <a:cubicBezTo>
                    <a:pt x="7493" y="3203702"/>
                    <a:pt x="0" y="3196082"/>
                    <a:pt x="0" y="3186811"/>
                  </a:cubicBezTo>
                  <a:lnTo>
                    <a:pt x="0" y="16891"/>
                  </a:lnTo>
                  <a:cubicBezTo>
                    <a:pt x="0" y="7620"/>
                    <a:pt x="7620" y="0"/>
                    <a:pt x="16891" y="0"/>
                  </a:cubicBezTo>
                  <a:moveTo>
                    <a:pt x="16891" y="33909"/>
                  </a:moveTo>
                  <a:lnTo>
                    <a:pt x="16891" y="16891"/>
                  </a:lnTo>
                  <a:lnTo>
                    <a:pt x="33909" y="16891"/>
                  </a:lnTo>
                  <a:lnTo>
                    <a:pt x="33909" y="3186811"/>
                  </a:lnTo>
                  <a:lnTo>
                    <a:pt x="16891" y="3186811"/>
                  </a:lnTo>
                  <a:lnTo>
                    <a:pt x="16891" y="3169920"/>
                  </a:lnTo>
                  <a:lnTo>
                    <a:pt x="211963" y="3169920"/>
                  </a:lnTo>
                  <a:lnTo>
                    <a:pt x="211963" y="3186811"/>
                  </a:lnTo>
                  <a:lnTo>
                    <a:pt x="195072" y="3186811"/>
                  </a:lnTo>
                  <a:lnTo>
                    <a:pt x="195072" y="16891"/>
                  </a:lnTo>
                  <a:lnTo>
                    <a:pt x="211963" y="16891"/>
                  </a:lnTo>
                  <a:lnTo>
                    <a:pt x="211963" y="33909"/>
                  </a:lnTo>
                  <a:lnTo>
                    <a:pt x="16891" y="33909"/>
                  </a:lnTo>
                  <a:close/>
                </a:path>
              </a:pathLst>
            </a:custGeom>
            <a:solidFill>
              <a:srgbClr val="EF4444"/>
            </a:solidFill>
          </p:spPr>
        </p:sp>
      </p:grpSp>
      <p:grpSp>
        <p:nvGrpSpPr>
          <p:cNvPr id="407399345" name="Group 62"/>
          <p:cNvGrpSpPr/>
          <p:nvPr/>
        </p:nvGrpSpPr>
        <p:grpSpPr bwMode="auto">
          <a:xfrm rot="0">
            <a:off x="969264" y="7406640"/>
            <a:ext cx="7680960" cy="640080"/>
            <a:chOff x="0" y="0"/>
            <a:chExt cx="10241280" cy="853440"/>
          </a:xfrm>
        </p:grpSpPr>
        <p:sp>
          <p:nvSpPr>
            <p:cNvPr id="63" name="Freeform 63"/>
            <p:cNvSpPr/>
            <p:nvPr/>
          </p:nvSpPr>
          <p:spPr bwMode="auto">
            <a:xfrm rot="0" flipH="0" flipV="0">
              <a:off x="0" y="0"/>
              <a:ext cx="10241280" cy="853440"/>
            </a:xfrm>
            <a:custGeom>
              <a:avLst/>
              <a:gdLst/>
              <a:ahLst/>
              <a:cxnLst/>
              <a:rect l="l" t="t" r="r" b="b"/>
              <a:pathLst>
                <a:path w="10241280" h="853440" fill="norm" stroke="1" extrusionOk="0">
                  <a:moveTo>
                    <a:pt x="0" y="0"/>
                  </a:moveTo>
                  <a:lnTo>
                    <a:pt x="10241280" y="0"/>
                  </a:lnTo>
                  <a:lnTo>
                    <a:pt x="10241280" y="853440"/>
                  </a:lnTo>
                  <a:lnTo>
                    <a:pt x="0" y="853440"/>
                  </a:lnTo>
                  <a:close/>
                </a:path>
              </a:pathLst>
            </a:custGeom>
            <a:blipFill rotWithShape="1">
              <a:blip r:embed="rId3">
                <a:alphaModFix amt="0"/>
              </a:blip>
              <a:stretch>
                <a:fillRect l="0" t="-183820" r="0" b="-183820"/>
              </a:stretch>
            </a:blipFill>
          </p:spPr>
        </p:sp>
        <p:sp>
          <p:nvSpPr>
            <p:cNvPr id="64" name="TextBox 64"/>
            <p:cNvSpPr txBox="1"/>
            <p:nvPr/>
          </p:nvSpPr>
          <p:spPr bwMode="auto">
            <a:xfrm>
              <a:off x="0" y="-57150"/>
              <a:ext cx="10241280" cy="910590"/>
            </a:xfrm>
            <a:prstGeom prst="rect">
              <a:avLst/>
            </a:prstGeom>
            <a:grpFill/>
          </p:spPr>
          <p:txBody>
            <a:bodyPr lIns="0" tIns="0" rIns="0" bIns="0" rtlCol="0" anchor="ctr"/>
            <a:lstStyle/>
            <a:p>
              <a:pPr algn="l">
                <a:lnSpc>
                  <a:spcPts val="3120"/>
                </a:lnSpc>
                <a:defRPr/>
              </a:pPr>
              <a:r>
                <a:rPr lang="en-US" sz="2600" b="1">
                  <a:solidFill>
                    <a:srgbClr val="0F172A"/>
                  </a:solidFill>
                  <a:latin typeface="Calibri (MS) Bold"/>
                  <a:ea typeface="Calibri (MS) Bold"/>
                  <a:cs typeface="Calibri (MS) Bold"/>
                </a:rPr>
                <a:t>🛡️  Limited Security</a:t>
              </a:r>
              <a:endParaRPr/>
            </a:p>
          </p:txBody>
        </p:sp>
      </p:grpSp>
      <p:grpSp>
        <p:nvGrpSpPr>
          <p:cNvPr id="1072828976" name="Group 65"/>
          <p:cNvGrpSpPr/>
          <p:nvPr/>
        </p:nvGrpSpPr>
        <p:grpSpPr bwMode="auto">
          <a:xfrm rot="0">
            <a:off x="969264" y="8046720"/>
            <a:ext cx="7680960" cy="1371600"/>
            <a:chOff x="0" y="0"/>
            <a:chExt cx="10241280" cy="1828800"/>
          </a:xfrm>
        </p:grpSpPr>
        <p:sp>
          <p:nvSpPr>
            <p:cNvPr id="66" name="Freeform 66"/>
            <p:cNvSpPr/>
            <p:nvPr/>
          </p:nvSpPr>
          <p:spPr bwMode="auto">
            <a:xfrm rot="0" flipH="0" flipV="0">
              <a:off x="0" y="0"/>
              <a:ext cx="10241280" cy="1828800"/>
            </a:xfrm>
            <a:custGeom>
              <a:avLst/>
              <a:gdLst/>
              <a:ahLst/>
              <a:cxnLst/>
              <a:rect l="l" t="t" r="r" b="b"/>
              <a:pathLst>
                <a:path w="10241280" h="1828800" fill="norm" stroke="1" extrusionOk="0">
                  <a:moveTo>
                    <a:pt x="0" y="0"/>
                  </a:moveTo>
                  <a:lnTo>
                    <a:pt x="10241280" y="0"/>
                  </a:lnTo>
                  <a:lnTo>
                    <a:pt x="10241280" y="1828800"/>
                  </a:lnTo>
                  <a:lnTo>
                    <a:pt x="0" y="1828800"/>
                  </a:lnTo>
                  <a:close/>
                </a:path>
              </a:pathLst>
            </a:custGeom>
            <a:blipFill rotWithShape="1">
              <a:blip r:embed="rId3">
                <a:alphaModFix amt="0"/>
              </a:blip>
              <a:stretch>
                <a:fillRect l="0" t="-59116" r="0" b="-59115"/>
              </a:stretch>
            </a:blipFill>
          </p:spPr>
        </p:sp>
        <p:sp>
          <p:nvSpPr>
            <p:cNvPr id="67" name="TextBox 67"/>
            <p:cNvSpPr txBox="1"/>
            <p:nvPr/>
          </p:nvSpPr>
          <p:spPr bwMode="auto">
            <a:xfrm>
              <a:off x="0" y="-47625"/>
              <a:ext cx="10241280" cy="1876425"/>
            </a:xfrm>
            <a:prstGeom prst="rect">
              <a:avLst/>
            </a:prstGeom>
            <a:grpFill/>
          </p:spPr>
          <p:txBody>
            <a:bodyPr lIns="0" tIns="0" rIns="0" bIns="0" rtlCol="0" anchor="ctr"/>
            <a:lstStyle/>
            <a:p>
              <a:pPr algn="l">
                <a:lnSpc>
                  <a:spcPts val="2640"/>
                </a:lnSpc>
                <a:defRPr/>
              </a:pPr>
              <a:r>
                <a:rPr lang="en-US" sz="2200">
                  <a:solidFill>
                    <a:srgbClr val="64748B"/>
                  </a:solidFill>
                  <a:latin typeface="Calibri (MS)"/>
                  <a:ea typeface="Calibri (MS)"/>
                  <a:cs typeface="Calibri (MS)"/>
                </a:rPr>
                <a:t>Basic authentication only. No two-factor authentication or fraud detection yet.</a:t>
              </a:r>
              <a:endParaRPr/>
            </a:p>
          </p:txBody>
        </p:sp>
      </p:grpSp>
      <p:grpSp>
        <p:nvGrpSpPr>
          <p:cNvPr id="771602359" name="Group 68"/>
          <p:cNvGrpSpPr/>
          <p:nvPr/>
        </p:nvGrpSpPr>
        <p:grpSpPr bwMode="auto">
          <a:xfrm rot="0">
            <a:off x="9405623" y="7211063"/>
            <a:ext cx="8255003" cy="2402843"/>
            <a:chOff x="0" y="0"/>
            <a:chExt cx="11006671" cy="3203791"/>
          </a:xfrm>
        </p:grpSpPr>
        <p:sp>
          <p:nvSpPr>
            <p:cNvPr id="69" name="Freeform 69"/>
            <p:cNvSpPr/>
            <p:nvPr/>
          </p:nvSpPr>
          <p:spPr bwMode="auto">
            <a:xfrm rot="0" flipH="0" flipV="0">
              <a:off x="16891" y="16891"/>
              <a:ext cx="10972800" cy="3169920"/>
            </a:xfrm>
            <a:custGeom>
              <a:avLst/>
              <a:gdLst/>
              <a:ahLst/>
              <a:cxnLst/>
              <a:rect l="l" t="t" r="r" b="b"/>
              <a:pathLst>
                <a:path w="10972800" h="3169920" fill="norm" stroke="1" extrusionOk="0">
                  <a:moveTo>
                    <a:pt x="0" y="0"/>
                  </a:moveTo>
                  <a:lnTo>
                    <a:pt x="10972800" y="0"/>
                  </a:lnTo>
                  <a:lnTo>
                    <a:pt x="10972800" y="3169920"/>
                  </a:lnTo>
                  <a:lnTo>
                    <a:pt x="0" y="3169920"/>
                  </a:lnTo>
                  <a:close/>
                </a:path>
              </a:pathLst>
            </a:custGeom>
            <a:solidFill>
              <a:srgbClr val="FFFFFF"/>
            </a:solidFill>
          </p:spPr>
        </p:sp>
        <p:sp>
          <p:nvSpPr>
            <p:cNvPr id="70" name="Freeform 70"/>
            <p:cNvSpPr/>
            <p:nvPr/>
          </p:nvSpPr>
          <p:spPr bwMode="auto">
            <a:xfrm rot="0" flipH="0" flipV="0">
              <a:off x="0" y="0"/>
              <a:ext cx="11006582" cy="3203702"/>
            </a:xfrm>
            <a:custGeom>
              <a:avLst/>
              <a:gdLst/>
              <a:ahLst/>
              <a:cxnLst/>
              <a:rect l="l" t="t" r="r" b="b"/>
              <a:pathLst>
                <a:path w="11006582" h="3203702" fill="norm" stroke="1" extrusionOk="0">
                  <a:moveTo>
                    <a:pt x="16891" y="0"/>
                  </a:moveTo>
                  <a:lnTo>
                    <a:pt x="10989691" y="0"/>
                  </a:lnTo>
                  <a:cubicBezTo>
                    <a:pt x="10999089" y="0"/>
                    <a:pt x="11006582" y="7620"/>
                    <a:pt x="11006582" y="16891"/>
                  </a:cubicBezTo>
                  <a:lnTo>
                    <a:pt x="11006582" y="3186811"/>
                  </a:lnTo>
                  <a:cubicBezTo>
                    <a:pt x="11006582" y="3196209"/>
                    <a:pt x="10998962" y="3203702"/>
                    <a:pt x="10989691" y="3203702"/>
                  </a:cubicBezTo>
                  <a:lnTo>
                    <a:pt x="16891" y="3203702"/>
                  </a:lnTo>
                  <a:cubicBezTo>
                    <a:pt x="7493" y="3203702"/>
                    <a:pt x="0" y="3196082"/>
                    <a:pt x="0" y="3186811"/>
                  </a:cubicBezTo>
                  <a:lnTo>
                    <a:pt x="0" y="16891"/>
                  </a:lnTo>
                  <a:cubicBezTo>
                    <a:pt x="0" y="7620"/>
                    <a:pt x="7620" y="0"/>
                    <a:pt x="16891" y="0"/>
                  </a:cubicBezTo>
                  <a:moveTo>
                    <a:pt x="16891" y="33909"/>
                  </a:moveTo>
                  <a:lnTo>
                    <a:pt x="16891" y="16891"/>
                  </a:lnTo>
                  <a:lnTo>
                    <a:pt x="33909" y="16891"/>
                  </a:lnTo>
                  <a:lnTo>
                    <a:pt x="33909" y="3186811"/>
                  </a:lnTo>
                  <a:lnTo>
                    <a:pt x="16891" y="3186811"/>
                  </a:lnTo>
                  <a:lnTo>
                    <a:pt x="16891" y="3169920"/>
                  </a:lnTo>
                  <a:lnTo>
                    <a:pt x="10989691" y="3169920"/>
                  </a:lnTo>
                  <a:lnTo>
                    <a:pt x="10989691" y="3186811"/>
                  </a:lnTo>
                  <a:lnTo>
                    <a:pt x="10972800" y="3186811"/>
                  </a:lnTo>
                  <a:lnTo>
                    <a:pt x="10972800" y="16891"/>
                  </a:lnTo>
                  <a:lnTo>
                    <a:pt x="10989691" y="16891"/>
                  </a:lnTo>
                  <a:lnTo>
                    <a:pt x="10989691" y="33909"/>
                  </a:lnTo>
                  <a:lnTo>
                    <a:pt x="16891" y="33909"/>
                  </a:lnTo>
                  <a:close/>
                </a:path>
              </a:pathLst>
            </a:custGeom>
            <a:solidFill>
              <a:srgbClr val="E2E8F0"/>
            </a:solidFill>
          </p:spPr>
        </p:sp>
      </p:grpSp>
      <p:grpSp>
        <p:nvGrpSpPr>
          <p:cNvPr id="182666894" name="Group 71"/>
          <p:cNvGrpSpPr/>
          <p:nvPr/>
        </p:nvGrpSpPr>
        <p:grpSpPr bwMode="auto">
          <a:xfrm rot="0">
            <a:off x="9405623" y="7211063"/>
            <a:ext cx="171707" cy="2402843"/>
            <a:chOff x="0" y="0"/>
            <a:chExt cx="228943" cy="3203791"/>
          </a:xfrm>
        </p:grpSpPr>
        <p:sp>
          <p:nvSpPr>
            <p:cNvPr id="72" name="Freeform 72"/>
            <p:cNvSpPr/>
            <p:nvPr/>
          </p:nvSpPr>
          <p:spPr bwMode="auto">
            <a:xfrm rot="0" flipH="0" flipV="0">
              <a:off x="16891" y="16891"/>
              <a:ext cx="195072" cy="3169920"/>
            </a:xfrm>
            <a:custGeom>
              <a:avLst/>
              <a:gdLst/>
              <a:ahLst/>
              <a:cxnLst/>
              <a:rect l="l" t="t" r="r" b="b"/>
              <a:pathLst>
                <a:path w="195072" h="3169920" fill="norm" stroke="1" extrusionOk="0">
                  <a:moveTo>
                    <a:pt x="0" y="0"/>
                  </a:moveTo>
                  <a:lnTo>
                    <a:pt x="195072" y="0"/>
                  </a:lnTo>
                  <a:lnTo>
                    <a:pt x="195072" y="3169920"/>
                  </a:lnTo>
                  <a:lnTo>
                    <a:pt x="0" y="3169920"/>
                  </a:lnTo>
                  <a:close/>
                </a:path>
              </a:pathLst>
            </a:custGeom>
            <a:solidFill>
              <a:srgbClr val="EF4444"/>
            </a:solidFill>
          </p:spPr>
        </p:sp>
        <p:sp>
          <p:nvSpPr>
            <p:cNvPr id="73" name="Freeform 73"/>
            <p:cNvSpPr/>
            <p:nvPr/>
          </p:nvSpPr>
          <p:spPr bwMode="auto">
            <a:xfrm rot="0" flipH="0" flipV="0">
              <a:off x="0" y="0"/>
              <a:ext cx="228854" cy="3203702"/>
            </a:xfrm>
            <a:custGeom>
              <a:avLst/>
              <a:gdLst/>
              <a:ahLst/>
              <a:cxnLst/>
              <a:rect l="l" t="t" r="r" b="b"/>
              <a:pathLst>
                <a:path w="228854" h="3203702" fill="norm" stroke="1" extrusionOk="0">
                  <a:moveTo>
                    <a:pt x="16891" y="0"/>
                  </a:moveTo>
                  <a:lnTo>
                    <a:pt x="211963" y="0"/>
                  </a:lnTo>
                  <a:cubicBezTo>
                    <a:pt x="221361" y="0"/>
                    <a:pt x="228854" y="7620"/>
                    <a:pt x="228854" y="16891"/>
                  </a:cubicBezTo>
                  <a:lnTo>
                    <a:pt x="228854" y="3186811"/>
                  </a:lnTo>
                  <a:cubicBezTo>
                    <a:pt x="228854" y="3196209"/>
                    <a:pt x="221234" y="3203702"/>
                    <a:pt x="211963" y="3203702"/>
                  </a:cubicBezTo>
                  <a:lnTo>
                    <a:pt x="16891" y="3203702"/>
                  </a:lnTo>
                  <a:cubicBezTo>
                    <a:pt x="7493" y="3203702"/>
                    <a:pt x="0" y="3196082"/>
                    <a:pt x="0" y="3186811"/>
                  </a:cubicBezTo>
                  <a:lnTo>
                    <a:pt x="0" y="16891"/>
                  </a:lnTo>
                  <a:cubicBezTo>
                    <a:pt x="0" y="7620"/>
                    <a:pt x="7620" y="0"/>
                    <a:pt x="16891" y="0"/>
                  </a:cubicBezTo>
                  <a:moveTo>
                    <a:pt x="16891" y="33909"/>
                  </a:moveTo>
                  <a:lnTo>
                    <a:pt x="16891" y="16891"/>
                  </a:lnTo>
                  <a:lnTo>
                    <a:pt x="33909" y="16891"/>
                  </a:lnTo>
                  <a:lnTo>
                    <a:pt x="33909" y="3186811"/>
                  </a:lnTo>
                  <a:lnTo>
                    <a:pt x="16891" y="3186811"/>
                  </a:lnTo>
                  <a:lnTo>
                    <a:pt x="16891" y="3169920"/>
                  </a:lnTo>
                  <a:lnTo>
                    <a:pt x="211963" y="3169920"/>
                  </a:lnTo>
                  <a:lnTo>
                    <a:pt x="211963" y="3186811"/>
                  </a:lnTo>
                  <a:lnTo>
                    <a:pt x="195072" y="3186811"/>
                  </a:lnTo>
                  <a:lnTo>
                    <a:pt x="195072" y="16891"/>
                  </a:lnTo>
                  <a:lnTo>
                    <a:pt x="211963" y="16891"/>
                  </a:lnTo>
                  <a:lnTo>
                    <a:pt x="211963" y="33909"/>
                  </a:lnTo>
                  <a:lnTo>
                    <a:pt x="16891" y="33909"/>
                  </a:lnTo>
                  <a:close/>
                </a:path>
              </a:pathLst>
            </a:custGeom>
            <a:solidFill>
              <a:srgbClr val="EF4444"/>
            </a:solidFill>
          </p:spPr>
        </p:sp>
      </p:grpSp>
      <p:grpSp>
        <p:nvGrpSpPr>
          <p:cNvPr id="1528766697" name="Group 74"/>
          <p:cNvGrpSpPr/>
          <p:nvPr/>
        </p:nvGrpSpPr>
        <p:grpSpPr bwMode="auto">
          <a:xfrm rot="0">
            <a:off x="9747504" y="7406640"/>
            <a:ext cx="7680960" cy="640080"/>
            <a:chOff x="0" y="0"/>
            <a:chExt cx="10241280" cy="853440"/>
          </a:xfrm>
        </p:grpSpPr>
        <p:sp>
          <p:nvSpPr>
            <p:cNvPr id="75" name="Freeform 75"/>
            <p:cNvSpPr/>
            <p:nvPr/>
          </p:nvSpPr>
          <p:spPr bwMode="auto">
            <a:xfrm rot="0" flipH="0" flipV="0">
              <a:off x="0" y="0"/>
              <a:ext cx="10241280" cy="853440"/>
            </a:xfrm>
            <a:custGeom>
              <a:avLst/>
              <a:gdLst/>
              <a:ahLst/>
              <a:cxnLst/>
              <a:rect l="l" t="t" r="r" b="b"/>
              <a:pathLst>
                <a:path w="10241280" h="853440" fill="norm" stroke="1" extrusionOk="0">
                  <a:moveTo>
                    <a:pt x="0" y="0"/>
                  </a:moveTo>
                  <a:lnTo>
                    <a:pt x="10241280" y="0"/>
                  </a:lnTo>
                  <a:lnTo>
                    <a:pt x="10241280" y="853440"/>
                  </a:lnTo>
                  <a:lnTo>
                    <a:pt x="0" y="853440"/>
                  </a:lnTo>
                  <a:close/>
                </a:path>
              </a:pathLst>
            </a:custGeom>
            <a:blipFill rotWithShape="1">
              <a:blip r:embed="rId3">
                <a:alphaModFix amt="0"/>
              </a:blip>
              <a:stretch>
                <a:fillRect l="0" t="-183820" r="0" b="-183820"/>
              </a:stretch>
            </a:blipFill>
          </p:spPr>
        </p:sp>
        <p:sp>
          <p:nvSpPr>
            <p:cNvPr id="76" name="TextBox 76"/>
            <p:cNvSpPr txBox="1"/>
            <p:nvPr/>
          </p:nvSpPr>
          <p:spPr bwMode="auto">
            <a:xfrm>
              <a:off x="0" y="-57150"/>
              <a:ext cx="10241280" cy="910590"/>
            </a:xfrm>
            <a:prstGeom prst="rect">
              <a:avLst/>
            </a:prstGeom>
            <a:grpFill/>
          </p:spPr>
          <p:txBody>
            <a:bodyPr lIns="0" tIns="0" rIns="0" bIns="0" rtlCol="0" anchor="ctr"/>
            <a:lstStyle/>
            <a:p>
              <a:pPr algn="l">
                <a:lnSpc>
                  <a:spcPts val="3120"/>
                </a:lnSpc>
                <a:defRPr/>
              </a:pPr>
              <a:r>
                <a:rPr lang="en-US" sz="2600" b="1">
                  <a:solidFill>
                    <a:srgbClr val="0F172A"/>
                  </a:solidFill>
                  <a:latin typeface="Calibri (MS) Bold"/>
                  <a:ea typeface="Calibri (MS) Bold"/>
                  <a:cs typeface="Calibri (MS) Bold"/>
                </a:rPr>
                <a:t>🌍  Scalability</a:t>
              </a:r>
              <a:endParaRPr/>
            </a:p>
          </p:txBody>
        </p:sp>
      </p:grpSp>
      <p:grpSp>
        <p:nvGrpSpPr>
          <p:cNvPr id="162162402" name="Group 77"/>
          <p:cNvGrpSpPr/>
          <p:nvPr/>
        </p:nvGrpSpPr>
        <p:grpSpPr bwMode="auto">
          <a:xfrm rot="0">
            <a:off x="9747504" y="8046720"/>
            <a:ext cx="7680960" cy="1371600"/>
            <a:chOff x="0" y="0"/>
            <a:chExt cx="10241280" cy="1828800"/>
          </a:xfrm>
        </p:grpSpPr>
        <p:sp>
          <p:nvSpPr>
            <p:cNvPr id="78" name="Freeform 78"/>
            <p:cNvSpPr/>
            <p:nvPr/>
          </p:nvSpPr>
          <p:spPr bwMode="auto">
            <a:xfrm rot="0" flipH="0" flipV="0">
              <a:off x="0" y="0"/>
              <a:ext cx="10241280" cy="1828800"/>
            </a:xfrm>
            <a:custGeom>
              <a:avLst/>
              <a:gdLst/>
              <a:ahLst/>
              <a:cxnLst/>
              <a:rect l="l" t="t" r="r" b="b"/>
              <a:pathLst>
                <a:path w="10241280" h="1828800" fill="norm" stroke="1" extrusionOk="0">
                  <a:moveTo>
                    <a:pt x="0" y="0"/>
                  </a:moveTo>
                  <a:lnTo>
                    <a:pt x="10241280" y="0"/>
                  </a:lnTo>
                  <a:lnTo>
                    <a:pt x="10241280" y="1828800"/>
                  </a:lnTo>
                  <a:lnTo>
                    <a:pt x="0" y="1828800"/>
                  </a:lnTo>
                  <a:close/>
                </a:path>
              </a:pathLst>
            </a:custGeom>
            <a:blipFill rotWithShape="1">
              <a:blip r:embed="rId3">
                <a:alphaModFix amt="0"/>
              </a:blip>
              <a:stretch>
                <a:fillRect l="0" t="-59116" r="0" b="-59115"/>
              </a:stretch>
            </a:blipFill>
          </p:spPr>
        </p:sp>
        <p:sp>
          <p:nvSpPr>
            <p:cNvPr id="79" name="TextBox 79"/>
            <p:cNvSpPr txBox="1"/>
            <p:nvPr/>
          </p:nvSpPr>
          <p:spPr bwMode="auto">
            <a:xfrm>
              <a:off x="0" y="-47625"/>
              <a:ext cx="10241280" cy="1876425"/>
            </a:xfrm>
            <a:prstGeom prst="rect">
              <a:avLst/>
            </a:prstGeom>
            <a:grpFill/>
          </p:spPr>
          <p:txBody>
            <a:bodyPr lIns="0" tIns="0" rIns="0" bIns="0" rtlCol="0" anchor="ctr"/>
            <a:lstStyle/>
            <a:p>
              <a:pPr algn="l">
                <a:lnSpc>
                  <a:spcPts val="2640"/>
                </a:lnSpc>
                <a:defRPr/>
              </a:pPr>
              <a:r>
                <a:rPr lang="en-US" sz="2200">
                  <a:solidFill>
                    <a:srgbClr val="64748B"/>
                  </a:solidFill>
                  <a:latin typeface="Calibri (MS)"/>
                  <a:ea typeface="Calibri (MS)"/>
                  <a:cs typeface="Calibri (MS)"/>
                </a:rPr>
                <a:t>Tested only on localhost. Cloud deployment and load testing not yet conducted.</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1A2E4A"/>
        </a:solidFill>
      </p:bgPr>
    </p:bg>
    <p:spTree>
      <p:nvGrpSpPr>
        <p:cNvPr id="1" name=""/>
        <p:cNvGrpSpPr/>
        <p:nvPr/>
      </p:nvGrpSpPr>
      <p:grpSpPr bwMode="auto">
        <a:xfrm>
          <a:off x="0" y="0"/>
          <a:ext cx="0" cy="0"/>
          <a:chOff x="0" y="0"/>
          <a:chExt cx="0" cy="0"/>
        </a:xfrm>
      </p:grpSpPr>
      <p:grpSp>
        <p:nvGrpSpPr>
          <p:cNvPr id="79805102" name="Group 2"/>
          <p:cNvGrpSpPr/>
          <p:nvPr/>
        </p:nvGrpSpPr>
        <p:grpSpPr bwMode="auto">
          <a:xfrm rot="0">
            <a:off x="-12697" y="-12697"/>
            <a:ext cx="18313403" cy="1397003"/>
            <a:chOff x="0" y="0"/>
            <a:chExt cx="24417871" cy="1862671"/>
          </a:xfrm>
        </p:grpSpPr>
        <p:sp>
          <p:nvSpPr>
            <p:cNvPr id="3" name="Freeform 3"/>
            <p:cNvSpPr/>
            <p:nvPr/>
          </p:nvSpPr>
          <p:spPr bwMode="auto">
            <a:xfrm rot="0" flipH="0" flipV="0">
              <a:off x="16891" y="16891"/>
              <a:ext cx="24383999" cy="1828800"/>
            </a:xfrm>
            <a:custGeom>
              <a:avLst/>
              <a:gdLst/>
              <a:ahLst/>
              <a:cxnLst/>
              <a:rect l="l" t="t" r="r" b="b"/>
              <a:pathLst>
                <a:path w="24383999" h="1828800" fill="norm" stroke="1" extrusionOk="0">
                  <a:moveTo>
                    <a:pt x="0" y="0"/>
                  </a:moveTo>
                  <a:lnTo>
                    <a:pt x="24383999" y="0"/>
                  </a:lnTo>
                  <a:lnTo>
                    <a:pt x="24383999" y="1828800"/>
                  </a:lnTo>
                  <a:lnTo>
                    <a:pt x="0" y="1828800"/>
                  </a:lnTo>
                  <a:close/>
                </a:path>
              </a:pathLst>
            </a:custGeom>
            <a:solidFill>
              <a:srgbClr val="0891B2"/>
            </a:solidFill>
          </p:spPr>
        </p:sp>
        <p:sp>
          <p:nvSpPr>
            <p:cNvPr id="4" name="Freeform 4"/>
            <p:cNvSpPr/>
            <p:nvPr/>
          </p:nvSpPr>
          <p:spPr bwMode="auto">
            <a:xfrm rot="0" flipH="0" flipV="0">
              <a:off x="0" y="0"/>
              <a:ext cx="24417782" cy="1862582"/>
            </a:xfrm>
            <a:custGeom>
              <a:avLst/>
              <a:gdLst/>
              <a:ahLst/>
              <a:cxnLst/>
              <a:rect l="l" t="t" r="r" b="b"/>
              <a:pathLst>
                <a:path w="24417782" h="1862582" fill="norm" stroke="1" extrusionOk="0">
                  <a:moveTo>
                    <a:pt x="16891" y="0"/>
                  </a:moveTo>
                  <a:lnTo>
                    <a:pt x="24400890" y="0"/>
                  </a:lnTo>
                  <a:cubicBezTo>
                    <a:pt x="24410290" y="0"/>
                    <a:pt x="24417782" y="7620"/>
                    <a:pt x="24417782" y="16891"/>
                  </a:cubicBezTo>
                  <a:lnTo>
                    <a:pt x="24417782" y="1845691"/>
                  </a:lnTo>
                  <a:cubicBezTo>
                    <a:pt x="24417782" y="1855089"/>
                    <a:pt x="24410163" y="1862582"/>
                    <a:pt x="24400890"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4400890" y="1828800"/>
                  </a:lnTo>
                  <a:lnTo>
                    <a:pt x="24400890" y="1845691"/>
                  </a:lnTo>
                  <a:lnTo>
                    <a:pt x="24384000" y="1845691"/>
                  </a:lnTo>
                  <a:lnTo>
                    <a:pt x="24384000" y="16891"/>
                  </a:lnTo>
                  <a:lnTo>
                    <a:pt x="24400890" y="16891"/>
                  </a:lnTo>
                  <a:lnTo>
                    <a:pt x="24400890" y="33909"/>
                  </a:lnTo>
                  <a:lnTo>
                    <a:pt x="16891" y="33909"/>
                  </a:lnTo>
                  <a:close/>
                </a:path>
              </a:pathLst>
            </a:custGeom>
            <a:solidFill>
              <a:srgbClr val="0891B2"/>
            </a:solidFill>
          </p:spPr>
        </p:sp>
      </p:grpSp>
      <p:grpSp>
        <p:nvGrpSpPr>
          <p:cNvPr id="321543213" name="Group 5"/>
          <p:cNvGrpSpPr/>
          <p:nvPr/>
        </p:nvGrpSpPr>
        <p:grpSpPr bwMode="auto">
          <a:xfrm rot="0">
            <a:off x="731520" y="0"/>
            <a:ext cx="16824960" cy="1371600"/>
            <a:chOff x="0" y="0"/>
            <a:chExt cx="22433280" cy="1828800"/>
          </a:xfrm>
        </p:grpSpPr>
        <p:sp>
          <p:nvSpPr>
            <p:cNvPr id="6" name="Freeform 6"/>
            <p:cNvSpPr/>
            <p:nvPr/>
          </p:nvSpPr>
          <p:spPr bwMode="auto">
            <a:xfrm rot="0" flipH="0" flipV="0">
              <a:off x="0" y="0"/>
              <a:ext cx="22433280" cy="1828800"/>
            </a:xfrm>
            <a:custGeom>
              <a:avLst/>
              <a:gdLst/>
              <a:ahLst/>
              <a:cxnLst/>
              <a:rect l="l" t="t" r="r" b="b"/>
              <a:pathLst>
                <a:path w="22433280" h="1828800" fill="norm" stroke="1" extrusionOk="0">
                  <a:moveTo>
                    <a:pt x="0" y="0"/>
                  </a:moveTo>
                  <a:lnTo>
                    <a:pt x="22433280" y="0"/>
                  </a:lnTo>
                  <a:lnTo>
                    <a:pt x="22433280" y="1828800"/>
                  </a:lnTo>
                  <a:lnTo>
                    <a:pt x="0" y="1828800"/>
                  </a:lnTo>
                  <a:close/>
                </a:path>
              </a:pathLst>
            </a:custGeom>
            <a:blipFill rotWithShape="1">
              <a:blip r:embed="rId3">
                <a:alphaModFix amt="0"/>
              </a:blip>
              <a:stretch>
                <a:fillRect l="0" t="-189016" r="0" b="-189015"/>
              </a:stretch>
            </a:blipFill>
          </p:spPr>
        </p:sp>
        <p:sp>
          <p:nvSpPr>
            <p:cNvPr id="7" name="TextBox 7"/>
            <p:cNvSpPr txBox="1"/>
            <p:nvPr/>
          </p:nvSpPr>
          <p:spPr bwMode="auto">
            <a:xfrm>
              <a:off x="0" y="-76200"/>
              <a:ext cx="22433280" cy="1905000"/>
            </a:xfrm>
            <a:prstGeom prst="rect">
              <a:avLst/>
            </a:prstGeom>
            <a:grpFill/>
          </p:spPr>
          <p:txBody>
            <a:bodyPr lIns="0" tIns="0" rIns="0" bIns="0" rtlCol="0" anchor="ctr"/>
            <a:lstStyle/>
            <a:p>
              <a:pPr algn="l">
                <a:lnSpc>
                  <a:spcPts val="5280"/>
                </a:lnSpc>
                <a:defRPr/>
              </a:pPr>
              <a:r>
                <a:rPr lang="en-US" sz="4400" b="1">
                  <a:solidFill>
                    <a:srgbClr val="FFFFFF"/>
                  </a:solidFill>
                  <a:latin typeface="Calibri (MS) Bold"/>
                  <a:ea typeface="Calibri (MS) Bold"/>
                  <a:cs typeface="Calibri (MS) Bold"/>
                </a:rPr>
                <a:t>09  Conclusion &amp; Future Work</a:t>
              </a:r>
              <a:endParaRPr/>
            </a:p>
          </p:txBody>
        </p:sp>
      </p:grpSp>
      <p:grpSp>
        <p:nvGrpSpPr>
          <p:cNvPr id="272807529" name="Group 8"/>
          <p:cNvGrpSpPr/>
          <p:nvPr/>
        </p:nvGrpSpPr>
        <p:grpSpPr bwMode="auto">
          <a:xfrm rot="0">
            <a:off x="731520" y="1645920"/>
            <a:ext cx="9144000" cy="731520"/>
            <a:chOff x="0" y="0"/>
            <a:chExt cx="12192000" cy="975360"/>
          </a:xfrm>
        </p:grpSpPr>
        <p:sp>
          <p:nvSpPr>
            <p:cNvPr id="9" name="Freeform 9"/>
            <p:cNvSpPr/>
            <p:nvPr/>
          </p:nvSpPr>
          <p:spPr bwMode="auto">
            <a:xfrm rot="0" flipH="0" flipV="0">
              <a:off x="0" y="0"/>
              <a:ext cx="12192000" cy="975360"/>
            </a:xfrm>
            <a:custGeom>
              <a:avLst/>
              <a:gdLst/>
              <a:ahLst/>
              <a:cxnLst/>
              <a:rect l="l" t="t" r="r" b="b"/>
              <a:pathLst>
                <a:path w="12192000" h="975360" fill="norm" stroke="1" extrusionOk="0">
                  <a:moveTo>
                    <a:pt x="0" y="0"/>
                  </a:moveTo>
                  <a:lnTo>
                    <a:pt x="12192000" y="0"/>
                  </a:lnTo>
                  <a:lnTo>
                    <a:pt x="12192000" y="975360"/>
                  </a:lnTo>
                  <a:lnTo>
                    <a:pt x="0" y="975360"/>
                  </a:lnTo>
                  <a:close/>
                </a:path>
              </a:pathLst>
            </a:custGeom>
            <a:blipFill rotWithShape="1">
              <a:blip r:embed="rId3">
                <a:alphaModFix amt="0"/>
              </a:blip>
              <a:stretch>
                <a:fillRect l="0" t="-193562" r="0" b="-193562"/>
              </a:stretch>
            </a:blipFill>
          </p:spPr>
        </p:sp>
        <p:sp>
          <p:nvSpPr>
            <p:cNvPr id="10" name="TextBox 10"/>
            <p:cNvSpPr txBox="1"/>
            <p:nvPr/>
          </p:nvSpPr>
          <p:spPr bwMode="auto">
            <a:xfrm>
              <a:off x="0" y="-66675"/>
              <a:ext cx="12192000" cy="1042035"/>
            </a:xfrm>
            <a:prstGeom prst="rect">
              <a:avLst/>
            </a:prstGeom>
            <a:grpFill/>
          </p:spPr>
          <p:txBody>
            <a:bodyPr lIns="0" tIns="0" rIns="0" bIns="0" rtlCol="0" anchor="ctr"/>
            <a:lstStyle/>
            <a:p>
              <a:pPr algn="l">
                <a:lnSpc>
                  <a:spcPts val="3600"/>
                </a:lnSpc>
                <a:defRPr/>
              </a:pPr>
              <a:r>
                <a:rPr lang="en-US" sz="3000" b="1">
                  <a:solidFill>
                    <a:srgbClr val="0891B2"/>
                  </a:solidFill>
                  <a:latin typeface="Calibri (MS) Bold"/>
                  <a:ea typeface="Calibri (MS) Bold"/>
                  <a:cs typeface="Calibri (MS) Bold"/>
                </a:rPr>
                <a:t>✅  Conclusion</a:t>
              </a:r>
              <a:endParaRPr/>
            </a:p>
          </p:txBody>
        </p:sp>
      </p:grpSp>
      <p:grpSp>
        <p:nvGrpSpPr>
          <p:cNvPr id="1593194545" name="Group 11"/>
          <p:cNvGrpSpPr/>
          <p:nvPr/>
        </p:nvGrpSpPr>
        <p:grpSpPr bwMode="auto">
          <a:xfrm rot="0">
            <a:off x="914400" y="2468880"/>
            <a:ext cx="8778240" cy="3291840"/>
            <a:chOff x="0" y="0"/>
            <a:chExt cx="11704320" cy="4389120"/>
          </a:xfrm>
        </p:grpSpPr>
        <p:sp>
          <p:nvSpPr>
            <p:cNvPr id="12" name="Freeform 12"/>
            <p:cNvSpPr/>
            <p:nvPr/>
          </p:nvSpPr>
          <p:spPr bwMode="auto">
            <a:xfrm rot="0" flipH="0" flipV="0">
              <a:off x="0" y="0"/>
              <a:ext cx="11704320" cy="4389120"/>
            </a:xfrm>
            <a:custGeom>
              <a:avLst/>
              <a:gdLst/>
              <a:ahLst/>
              <a:cxnLst/>
              <a:rect l="l" t="t" r="r" b="b"/>
              <a:pathLst>
                <a:path w="11704320" h="4389120" fill="norm" stroke="1" extrusionOk="0">
                  <a:moveTo>
                    <a:pt x="0" y="0"/>
                  </a:moveTo>
                  <a:lnTo>
                    <a:pt x="11704320" y="0"/>
                  </a:lnTo>
                  <a:lnTo>
                    <a:pt x="11704320" y="4389120"/>
                  </a:lnTo>
                  <a:lnTo>
                    <a:pt x="0" y="4389120"/>
                  </a:lnTo>
                  <a:close/>
                </a:path>
              </a:pathLst>
            </a:custGeom>
            <a:blipFill rotWithShape="1">
              <a:blip r:embed="rId3">
                <a:alphaModFix amt="0"/>
              </a:blip>
              <a:stretch>
                <a:fillRect l="0" t="-1960" r="0" b="-1959"/>
              </a:stretch>
            </a:blipFill>
          </p:spPr>
        </p:sp>
        <p:sp>
          <p:nvSpPr>
            <p:cNvPr id="13" name="TextBox 13"/>
            <p:cNvSpPr txBox="1"/>
            <p:nvPr/>
          </p:nvSpPr>
          <p:spPr bwMode="auto">
            <a:xfrm>
              <a:off x="0" y="-57150"/>
              <a:ext cx="11704320" cy="4446270"/>
            </a:xfrm>
            <a:prstGeom prst="rect">
              <a:avLst/>
            </a:prstGeom>
            <a:grpFill/>
          </p:spPr>
          <p:txBody>
            <a:bodyPr lIns="0" tIns="0" rIns="0" bIns="0" rtlCol="0" anchor="ctr"/>
            <a:lstStyle/>
            <a:p>
              <a:pPr marL="627380" lvl="1" indent="-313690" algn="l">
                <a:lnSpc>
                  <a:spcPts val="3120"/>
                </a:lnSpc>
                <a:buFont typeface="Arial"/>
                <a:buChar char="•"/>
                <a:defRPr/>
              </a:pPr>
              <a:r>
                <a:rPr lang="en-US" sz="2600">
                  <a:solidFill>
                    <a:srgbClr val="D1FAE5"/>
                  </a:solidFill>
                  <a:latin typeface="Calibri (MS)"/>
                  <a:ea typeface="Calibri (MS)"/>
                  <a:cs typeface="Calibri (MS)"/>
                </a:rPr>
                <a:t>Successfully built a functional Lost &amp; Found web platform</a:t>
              </a:r>
              <a:endParaRPr/>
            </a:p>
            <a:p>
              <a:pPr marL="627380" lvl="1" indent="-313690" algn="l">
                <a:lnSpc>
                  <a:spcPts val="3120"/>
                </a:lnSpc>
                <a:buFont typeface="Arial"/>
                <a:buChar char="•"/>
                <a:defRPr/>
              </a:pPr>
              <a:r>
                <a:rPr lang="en-US" sz="2600">
                  <a:solidFill>
                    <a:srgbClr val="D1FAE5"/>
                  </a:solidFill>
                  <a:latin typeface="Calibri (MS)"/>
                  <a:ea typeface="Calibri (MS)"/>
                  <a:cs typeface="Calibri (MS)"/>
                </a:rPr>
                <a:t>Platform supports item reporting, search, matching, and notifications</a:t>
              </a:r>
              <a:endParaRPr/>
            </a:p>
            <a:p>
              <a:pPr marL="627380" lvl="1" indent="-313690" algn="l">
                <a:lnSpc>
                  <a:spcPts val="3120"/>
                </a:lnSpc>
                <a:buFont typeface="Arial"/>
                <a:buChar char="•"/>
                <a:defRPr/>
              </a:pPr>
              <a:r>
                <a:rPr lang="en-US" sz="2600">
                  <a:solidFill>
                    <a:srgbClr val="D1FAE5"/>
                  </a:solidFill>
                  <a:latin typeface="Calibri (MS)"/>
                  <a:ea typeface="Calibri (MS)"/>
                  <a:cs typeface="Calibri (MS)"/>
                </a:rPr>
                <a:t>Addresses a real problem faced in colleges and public spaces</a:t>
              </a:r>
              <a:endParaRPr/>
            </a:p>
            <a:p>
              <a:pPr marL="627380" lvl="1" indent="-313690" algn="l">
                <a:lnSpc>
                  <a:spcPts val="3120"/>
                </a:lnSpc>
                <a:buFont typeface="Arial"/>
                <a:buChar char="•"/>
                <a:defRPr/>
              </a:pPr>
              <a:r>
                <a:rPr lang="en-US" sz="2600">
                  <a:solidFill>
                    <a:srgbClr val="D1FAE5"/>
                  </a:solidFill>
                  <a:latin typeface="Calibri (MS)"/>
                  <a:ea typeface="Calibri (MS)"/>
                  <a:cs typeface="Calibri (MS)"/>
                </a:rPr>
                <a:t>Demonstrated potential to reduce item loss rates significantly</a:t>
              </a:r>
              <a:endParaRPr/>
            </a:p>
          </p:txBody>
        </p:sp>
      </p:grpSp>
      <p:grpSp>
        <p:nvGrpSpPr>
          <p:cNvPr id="408521800" name="Group 14"/>
          <p:cNvGrpSpPr/>
          <p:nvPr/>
        </p:nvGrpSpPr>
        <p:grpSpPr bwMode="auto">
          <a:xfrm rot="0">
            <a:off x="9509760" y="1645920"/>
            <a:ext cx="8229600" cy="731520"/>
            <a:chOff x="0" y="0"/>
            <a:chExt cx="10972800" cy="975360"/>
          </a:xfrm>
        </p:grpSpPr>
        <p:sp>
          <p:nvSpPr>
            <p:cNvPr id="15" name="Freeform 15"/>
            <p:cNvSpPr/>
            <p:nvPr/>
          </p:nvSpPr>
          <p:spPr bwMode="auto">
            <a:xfrm rot="0" flipH="0" flipV="0">
              <a:off x="0" y="0"/>
              <a:ext cx="10972800" cy="975360"/>
            </a:xfrm>
            <a:custGeom>
              <a:avLst/>
              <a:gdLst/>
              <a:ahLst/>
              <a:cxnLst/>
              <a:rect l="l" t="t" r="r" b="b"/>
              <a:pathLst>
                <a:path w="10972800" h="975360" fill="norm" stroke="1" extrusionOk="0">
                  <a:moveTo>
                    <a:pt x="0" y="0"/>
                  </a:moveTo>
                  <a:lnTo>
                    <a:pt x="10972800" y="0"/>
                  </a:lnTo>
                  <a:lnTo>
                    <a:pt x="10972800" y="975360"/>
                  </a:lnTo>
                  <a:lnTo>
                    <a:pt x="0" y="975360"/>
                  </a:lnTo>
                  <a:close/>
                </a:path>
              </a:pathLst>
            </a:custGeom>
            <a:blipFill rotWithShape="1">
              <a:blip r:embed="rId3">
                <a:alphaModFix amt="0"/>
              </a:blip>
              <a:stretch>
                <a:fillRect l="0" t="-169206" r="0" b="-169206"/>
              </a:stretch>
            </a:blipFill>
          </p:spPr>
        </p:sp>
        <p:sp>
          <p:nvSpPr>
            <p:cNvPr id="16" name="TextBox 16"/>
            <p:cNvSpPr txBox="1"/>
            <p:nvPr/>
          </p:nvSpPr>
          <p:spPr bwMode="auto">
            <a:xfrm>
              <a:off x="0" y="-66675"/>
              <a:ext cx="10972800" cy="1042035"/>
            </a:xfrm>
            <a:prstGeom prst="rect">
              <a:avLst/>
            </a:prstGeom>
            <a:grpFill/>
          </p:spPr>
          <p:txBody>
            <a:bodyPr lIns="0" tIns="0" rIns="0" bIns="0" rtlCol="0" anchor="ctr"/>
            <a:lstStyle/>
            <a:p>
              <a:pPr algn="l">
                <a:lnSpc>
                  <a:spcPts val="3600"/>
                </a:lnSpc>
                <a:defRPr/>
              </a:pPr>
              <a:r>
                <a:rPr lang="en-US" sz="3000" b="1">
                  <a:solidFill>
                    <a:srgbClr val="F59E0B"/>
                  </a:solidFill>
                  <a:latin typeface="Calibri (MS) Bold"/>
                  <a:ea typeface="Calibri (MS) Bold"/>
                  <a:cs typeface="Calibri (MS) Bold"/>
                </a:rPr>
                <a:t>🚀  Future Enhancements</a:t>
              </a:r>
              <a:endParaRPr/>
            </a:p>
          </p:txBody>
        </p:sp>
      </p:grpSp>
      <p:grpSp>
        <p:nvGrpSpPr>
          <p:cNvPr id="1659154855" name="Group 17"/>
          <p:cNvGrpSpPr/>
          <p:nvPr/>
        </p:nvGrpSpPr>
        <p:grpSpPr bwMode="auto">
          <a:xfrm rot="0">
            <a:off x="9692640" y="2468880"/>
            <a:ext cx="7863840" cy="4389120"/>
            <a:chOff x="0" y="0"/>
            <a:chExt cx="10485120" cy="5852160"/>
          </a:xfrm>
        </p:grpSpPr>
        <p:sp>
          <p:nvSpPr>
            <p:cNvPr id="18" name="Freeform 18"/>
            <p:cNvSpPr/>
            <p:nvPr/>
          </p:nvSpPr>
          <p:spPr bwMode="auto">
            <a:xfrm rot="0" flipH="0" flipV="0">
              <a:off x="0" y="0"/>
              <a:ext cx="10485120" cy="5852160"/>
            </a:xfrm>
            <a:custGeom>
              <a:avLst/>
              <a:gdLst/>
              <a:ahLst/>
              <a:cxnLst/>
              <a:rect l="l" t="t" r="r" b="b"/>
              <a:pathLst>
                <a:path w="10485120" h="5852160" fill="norm" stroke="1" extrusionOk="0">
                  <a:moveTo>
                    <a:pt x="0" y="0"/>
                  </a:moveTo>
                  <a:lnTo>
                    <a:pt x="10485120" y="0"/>
                  </a:lnTo>
                  <a:lnTo>
                    <a:pt x="10485120" y="5852160"/>
                  </a:lnTo>
                  <a:lnTo>
                    <a:pt x="0" y="5852160"/>
                  </a:lnTo>
                  <a:close/>
                </a:path>
              </a:pathLst>
            </a:custGeom>
            <a:blipFill rotWithShape="1">
              <a:blip r:embed="rId3">
                <a:alphaModFix amt="0"/>
              </a:blip>
              <a:stretch>
                <a:fillRect l="-21611" t="0" r="-21611" b="0"/>
              </a:stretch>
            </a:blipFill>
          </p:spPr>
        </p:sp>
        <p:sp>
          <p:nvSpPr>
            <p:cNvPr id="19" name="TextBox 19"/>
            <p:cNvSpPr txBox="1"/>
            <p:nvPr/>
          </p:nvSpPr>
          <p:spPr bwMode="auto">
            <a:xfrm>
              <a:off x="0" y="-38100"/>
              <a:ext cx="10485120" cy="5890260"/>
            </a:xfrm>
            <a:prstGeom prst="rect">
              <a:avLst/>
            </a:prstGeom>
            <a:grpFill/>
          </p:spPr>
          <p:txBody>
            <a:bodyPr lIns="0" tIns="0" rIns="0" bIns="0" rtlCol="0" anchor="ctr"/>
            <a:lstStyle/>
            <a:p>
              <a:pPr marL="579120" lvl="1" indent="-289560" algn="l">
                <a:lnSpc>
                  <a:spcPts val="2879"/>
                </a:lnSpc>
                <a:buFont typeface="Arial"/>
                <a:buChar char="•"/>
                <a:defRPr/>
              </a:pPr>
              <a:r>
                <a:rPr lang="en-US" sz="2400">
                  <a:solidFill>
                    <a:srgbClr val="FEF3C7"/>
                  </a:solidFill>
                  <a:latin typeface="Calibri (MS)"/>
                  <a:ea typeface="Calibri (MS)"/>
                  <a:cs typeface="Calibri (MS)"/>
                </a:rPr>
                <a:t>AI-based image recognition for item matching</a:t>
              </a:r>
              <a:endParaRPr/>
            </a:p>
            <a:p>
              <a:pPr marL="579120" lvl="1" indent="-289560" algn="l">
                <a:lnSpc>
                  <a:spcPts val="2879"/>
                </a:lnSpc>
                <a:buFont typeface="Arial"/>
                <a:buChar char="•"/>
                <a:defRPr/>
              </a:pPr>
              <a:r>
                <a:rPr lang="en-US" sz="2400">
                  <a:solidFill>
                    <a:srgbClr val="FEF3C7"/>
                  </a:solidFill>
                  <a:latin typeface="Calibri (MS)"/>
                  <a:ea typeface="Calibri (MS)"/>
                  <a:cs typeface="Calibri (MS)"/>
                </a:rPr>
                <a:t>GPS-based real-time location tagging</a:t>
              </a:r>
              <a:endParaRPr/>
            </a:p>
            <a:p>
              <a:pPr marL="579120" lvl="1" indent="-289560" algn="l">
                <a:lnSpc>
                  <a:spcPts val="2879"/>
                </a:lnSpc>
                <a:buFont typeface="Arial"/>
                <a:buChar char="•"/>
                <a:defRPr/>
              </a:pPr>
              <a:r>
                <a:rPr lang="en-US" sz="2400">
                  <a:solidFill>
                    <a:srgbClr val="FEF3C7"/>
                  </a:solidFill>
                  <a:latin typeface="Calibri (MS)"/>
                  <a:ea typeface="Calibri (MS)"/>
                  <a:cs typeface="Calibri (MS)"/>
                </a:rPr>
                <a:t>Android &amp; iOS mobile applications</a:t>
              </a:r>
              <a:endParaRPr/>
            </a:p>
            <a:p>
              <a:pPr marL="579120" lvl="1" indent="-289560" algn="l">
                <a:lnSpc>
                  <a:spcPts val="2879"/>
                </a:lnSpc>
                <a:buFont typeface="Arial"/>
                <a:buChar char="•"/>
                <a:defRPr/>
              </a:pPr>
              <a:r>
                <a:rPr lang="en-US" sz="2400">
                  <a:solidFill>
                    <a:srgbClr val="FEF3C7"/>
                  </a:solidFill>
                  <a:latin typeface="Calibri (MS)"/>
                  <a:ea typeface="Calibri (MS)"/>
                  <a:cs typeface="Calibri (MS)"/>
                </a:rPr>
                <a:t>Blockchain-based ownership verification</a:t>
              </a:r>
              <a:endParaRPr/>
            </a:p>
            <a:p>
              <a:pPr marL="579120" lvl="1" indent="-289560" algn="l">
                <a:lnSpc>
                  <a:spcPts val="2879"/>
                </a:lnSpc>
                <a:buFont typeface="Arial"/>
                <a:buChar char="•"/>
                <a:defRPr/>
              </a:pPr>
              <a:r>
                <a:rPr lang="en-US" sz="2400">
                  <a:solidFill>
                    <a:srgbClr val="FEF3C7"/>
                  </a:solidFill>
                  <a:latin typeface="Calibri (MS)"/>
                  <a:ea typeface="Calibri (MS)"/>
                  <a:cs typeface="Calibri (MS)"/>
                </a:rPr>
                <a:t>Multi-language support (Hindi, regional)</a:t>
              </a:r>
              <a:endParaRPr/>
            </a:p>
            <a:p>
              <a:pPr marL="579120" lvl="1" indent="-289560" algn="l">
                <a:lnSpc>
                  <a:spcPts val="2879"/>
                </a:lnSpc>
                <a:buFont typeface="Arial"/>
                <a:buChar char="•"/>
                <a:defRPr/>
              </a:pPr>
              <a:r>
                <a:rPr lang="en-US" sz="2400">
                  <a:solidFill>
                    <a:srgbClr val="FEF3C7"/>
                  </a:solidFill>
                  <a:latin typeface="Calibri (MS)"/>
                  <a:ea typeface="Calibri (MS)"/>
                  <a:cs typeface="Calibri (MS)"/>
                </a:rPr>
                <a:t>Integration with college ERP systems</a:t>
              </a:r>
              <a:endParaRPr/>
            </a:p>
          </p:txBody>
        </p:sp>
      </p:grpSp>
      <p:grpSp>
        <p:nvGrpSpPr>
          <p:cNvPr id="734549259" name="Group 20"/>
          <p:cNvGrpSpPr/>
          <p:nvPr/>
        </p:nvGrpSpPr>
        <p:grpSpPr bwMode="auto">
          <a:xfrm rot="0">
            <a:off x="535943" y="6113783"/>
            <a:ext cx="17216123" cy="1945643"/>
            <a:chOff x="0" y="0"/>
            <a:chExt cx="22954831" cy="2594191"/>
          </a:xfrm>
        </p:grpSpPr>
        <p:sp>
          <p:nvSpPr>
            <p:cNvPr id="21" name="Freeform 21"/>
            <p:cNvSpPr/>
            <p:nvPr/>
          </p:nvSpPr>
          <p:spPr bwMode="auto">
            <a:xfrm rot="0" flipH="0" flipV="0">
              <a:off x="16891" y="16891"/>
              <a:ext cx="22920960" cy="2560320"/>
            </a:xfrm>
            <a:custGeom>
              <a:avLst/>
              <a:gdLst/>
              <a:ahLst/>
              <a:cxnLst/>
              <a:rect l="l" t="t" r="r" b="b"/>
              <a:pathLst>
                <a:path w="22920960" h="2560320" fill="norm" stroke="1" extrusionOk="0">
                  <a:moveTo>
                    <a:pt x="0" y="0"/>
                  </a:moveTo>
                  <a:lnTo>
                    <a:pt x="22920960" y="0"/>
                  </a:lnTo>
                  <a:lnTo>
                    <a:pt x="22920960" y="2560320"/>
                  </a:lnTo>
                  <a:lnTo>
                    <a:pt x="0" y="2560320"/>
                  </a:lnTo>
                  <a:close/>
                </a:path>
              </a:pathLst>
            </a:custGeom>
            <a:solidFill>
              <a:srgbClr val="0891B2">
                <a:alpha val="3921"/>
              </a:srgbClr>
            </a:solidFill>
          </p:spPr>
        </p:sp>
        <p:sp>
          <p:nvSpPr>
            <p:cNvPr id="22" name="Freeform 22"/>
            <p:cNvSpPr/>
            <p:nvPr/>
          </p:nvSpPr>
          <p:spPr bwMode="auto">
            <a:xfrm rot="0" flipH="0" flipV="0">
              <a:off x="0" y="0"/>
              <a:ext cx="22954743" cy="2594102"/>
            </a:xfrm>
            <a:custGeom>
              <a:avLst/>
              <a:gdLst/>
              <a:ahLst/>
              <a:cxnLst/>
              <a:rect l="l" t="t" r="r" b="b"/>
              <a:pathLst>
                <a:path w="22954743" h="2594102" fill="norm" stroke="1" extrusionOk="0">
                  <a:moveTo>
                    <a:pt x="16891" y="0"/>
                  </a:moveTo>
                  <a:lnTo>
                    <a:pt x="22937851" y="0"/>
                  </a:lnTo>
                  <a:cubicBezTo>
                    <a:pt x="22947249" y="0"/>
                    <a:pt x="22954743" y="7620"/>
                    <a:pt x="22954743" y="16891"/>
                  </a:cubicBezTo>
                  <a:lnTo>
                    <a:pt x="22954743" y="2577211"/>
                  </a:lnTo>
                  <a:cubicBezTo>
                    <a:pt x="22954743" y="2586609"/>
                    <a:pt x="22947123" y="2594102"/>
                    <a:pt x="22937851" y="2594102"/>
                  </a:cubicBezTo>
                  <a:lnTo>
                    <a:pt x="16891" y="2594102"/>
                  </a:lnTo>
                  <a:cubicBezTo>
                    <a:pt x="7493" y="2594102"/>
                    <a:pt x="0" y="2586482"/>
                    <a:pt x="0" y="2577211"/>
                  </a:cubicBezTo>
                  <a:lnTo>
                    <a:pt x="0" y="16891"/>
                  </a:lnTo>
                  <a:cubicBezTo>
                    <a:pt x="0" y="7620"/>
                    <a:pt x="7620" y="0"/>
                    <a:pt x="16891" y="0"/>
                  </a:cubicBezTo>
                  <a:moveTo>
                    <a:pt x="16891" y="33909"/>
                  </a:moveTo>
                  <a:lnTo>
                    <a:pt x="16891" y="16891"/>
                  </a:lnTo>
                  <a:lnTo>
                    <a:pt x="33909" y="16891"/>
                  </a:lnTo>
                  <a:lnTo>
                    <a:pt x="33909" y="2577211"/>
                  </a:lnTo>
                  <a:lnTo>
                    <a:pt x="16891" y="2577211"/>
                  </a:lnTo>
                  <a:lnTo>
                    <a:pt x="16891" y="2560320"/>
                  </a:lnTo>
                  <a:lnTo>
                    <a:pt x="22937851" y="2560320"/>
                  </a:lnTo>
                  <a:lnTo>
                    <a:pt x="22937851" y="2577211"/>
                  </a:lnTo>
                  <a:lnTo>
                    <a:pt x="22920961" y="2577211"/>
                  </a:lnTo>
                  <a:lnTo>
                    <a:pt x="22920961" y="16891"/>
                  </a:lnTo>
                  <a:lnTo>
                    <a:pt x="22937851" y="16891"/>
                  </a:lnTo>
                  <a:lnTo>
                    <a:pt x="22937851" y="33909"/>
                  </a:lnTo>
                  <a:lnTo>
                    <a:pt x="16891" y="33909"/>
                  </a:lnTo>
                  <a:close/>
                </a:path>
              </a:pathLst>
            </a:custGeom>
            <a:solidFill>
              <a:srgbClr val="0891B2"/>
            </a:solidFill>
          </p:spPr>
        </p:sp>
      </p:grpSp>
      <p:grpSp>
        <p:nvGrpSpPr>
          <p:cNvPr id="864681514" name="Group 23"/>
          <p:cNvGrpSpPr/>
          <p:nvPr/>
        </p:nvGrpSpPr>
        <p:grpSpPr bwMode="auto">
          <a:xfrm rot="0">
            <a:off x="731520" y="6163056"/>
            <a:ext cx="16824960" cy="1828800"/>
            <a:chOff x="0" y="0"/>
            <a:chExt cx="22433280" cy="2438400"/>
          </a:xfrm>
        </p:grpSpPr>
        <p:sp>
          <p:nvSpPr>
            <p:cNvPr id="24" name="Freeform 24"/>
            <p:cNvSpPr/>
            <p:nvPr/>
          </p:nvSpPr>
          <p:spPr bwMode="auto">
            <a:xfrm rot="0" flipH="0" flipV="0">
              <a:off x="0" y="0"/>
              <a:ext cx="22433280" cy="2438400"/>
            </a:xfrm>
            <a:custGeom>
              <a:avLst/>
              <a:gdLst/>
              <a:ahLst/>
              <a:cxnLst/>
              <a:rect l="l" t="t" r="r" b="b"/>
              <a:pathLst>
                <a:path w="22433280" h="2438400" fill="norm" stroke="1" extrusionOk="0">
                  <a:moveTo>
                    <a:pt x="0" y="0"/>
                  </a:moveTo>
                  <a:lnTo>
                    <a:pt x="22433280" y="0"/>
                  </a:lnTo>
                  <a:lnTo>
                    <a:pt x="22433280" y="2438400"/>
                  </a:lnTo>
                  <a:lnTo>
                    <a:pt x="0" y="2438400"/>
                  </a:lnTo>
                  <a:close/>
                </a:path>
              </a:pathLst>
            </a:custGeom>
            <a:blipFill rotWithShape="1">
              <a:blip r:embed="rId3">
                <a:alphaModFix amt="0"/>
              </a:blip>
              <a:stretch>
                <a:fillRect l="0" t="-129262" r="0" b="-129262"/>
              </a:stretch>
            </a:blipFill>
          </p:spPr>
        </p:sp>
        <p:sp>
          <p:nvSpPr>
            <p:cNvPr id="25" name="TextBox 25"/>
            <p:cNvSpPr txBox="1"/>
            <p:nvPr/>
          </p:nvSpPr>
          <p:spPr bwMode="auto">
            <a:xfrm>
              <a:off x="0" y="-66675"/>
              <a:ext cx="22433280" cy="2505074"/>
            </a:xfrm>
            <a:prstGeom prst="rect">
              <a:avLst/>
            </a:prstGeom>
            <a:grpFill/>
          </p:spPr>
          <p:txBody>
            <a:bodyPr lIns="0" tIns="0" rIns="0" bIns="0" rtlCol="0" anchor="ctr"/>
            <a:lstStyle/>
            <a:p>
              <a:pPr algn="ctr">
                <a:lnSpc>
                  <a:spcPts val="4320"/>
                </a:lnSpc>
                <a:defRPr/>
              </a:pPr>
              <a:r>
                <a:rPr lang="en-US" sz="3600" b="1" i="1">
                  <a:solidFill>
                    <a:srgbClr val="FFFFFF"/>
                  </a:solidFill>
                  <a:latin typeface="Calibri (MS) Bold Italics"/>
                  <a:ea typeface="Calibri (MS) Bold Italics"/>
                  <a:cs typeface="Calibri (MS) Bold Italics"/>
                </a:rPr>
                <a:t>"Lost items find their way home — with the right platform."</a:t>
              </a:r>
              <a:endParaRPr/>
            </a:p>
          </p:txBody>
        </p:sp>
      </p:grpSp>
      <p:grpSp>
        <p:nvGrpSpPr>
          <p:cNvPr id="1742908797" name="Group 26"/>
          <p:cNvGrpSpPr/>
          <p:nvPr/>
        </p:nvGrpSpPr>
        <p:grpSpPr bwMode="auto">
          <a:xfrm rot="0">
            <a:off x="535943" y="8308343"/>
            <a:ext cx="17216123" cy="98555"/>
            <a:chOff x="0" y="0"/>
            <a:chExt cx="22954831" cy="131407"/>
          </a:xfrm>
        </p:grpSpPr>
        <p:sp>
          <p:nvSpPr>
            <p:cNvPr id="27" name="Freeform 27"/>
            <p:cNvSpPr/>
            <p:nvPr/>
          </p:nvSpPr>
          <p:spPr bwMode="auto">
            <a:xfrm rot="0" flipH="0" flipV="0">
              <a:off x="16891" y="16891"/>
              <a:ext cx="22920960" cy="97536"/>
            </a:xfrm>
            <a:custGeom>
              <a:avLst/>
              <a:gdLst/>
              <a:ahLst/>
              <a:cxnLst/>
              <a:rect l="l" t="t" r="r" b="b"/>
              <a:pathLst>
                <a:path w="22920960" h="97536" fill="norm" stroke="1" extrusionOk="0">
                  <a:moveTo>
                    <a:pt x="0" y="0"/>
                  </a:moveTo>
                  <a:lnTo>
                    <a:pt x="22920960" y="0"/>
                  </a:lnTo>
                  <a:lnTo>
                    <a:pt x="22920960" y="97536"/>
                  </a:lnTo>
                  <a:lnTo>
                    <a:pt x="0" y="97536"/>
                  </a:lnTo>
                  <a:close/>
                </a:path>
              </a:pathLst>
            </a:custGeom>
            <a:solidFill>
              <a:srgbClr val="0891B2">
                <a:alpha val="24706"/>
              </a:srgbClr>
            </a:solidFill>
          </p:spPr>
        </p:sp>
        <p:sp>
          <p:nvSpPr>
            <p:cNvPr id="28" name="Freeform 28"/>
            <p:cNvSpPr/>
            <p:nvPr/>
          </p:nvSpPr>
          <p:spPr bwMode="auto">
            <a:xfrm rot="0" flipH="0" flipV="0">
              <a:off x="0" y="0"/>
              <a:ext cx="22954743" cy="131320"/>
            </a:xfrm>
            <a:custGeom>
              <a:avLst/>
              <a:gdLst/>
              <a:ahLst/>
              <a:cxnLst/>
              <a:rect l="l" t="t" r="r" b="b"/>
              <a:pathLst>
                <a:path w="22954743" h="131320" fill="norm" stroke="1" extrusionOk="0">
                  <a:moveTo>
                    <a:pt x="16891" y="0"/>
                  </a:moveTo>
                  <a:lnTo>
                    <a:pt x="22937851" y="0"/>
                  </a:lnTo>
                  <a:cubicBezTo>
                    <a:pt x="22947249" y="0"/>
                    <a:pt x="22954743" y="7620"/>
                    <a:pt x="22954743" y="16891"/>
                  </a:cubicBezTo>
                  <a:lnTo>
                    <a:pt x="22954743" y="114427"/>
                  </a:lnTo>
                  <a:cubicBezTo>
                    <a:pt x="22954743" y="123825"/>
                    <a:pt x="22947123" y="131318"/>
                    <a:pt x="22937851"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22937851" y="97536"/>
                  </a:lnTo>
                  <a:lnTo>
                    <a:pt x="22937851" y="114427"/>
                  </a:lnTo>
                  <a:lnTo>
                    <a:pt x="22920961" y="114427"/>
                  </a:lnTo>
                  <a:lnTo>
                    <a:pt x="22920961" y="16891"/>
                  </a:lnTo>
                  <a:lnTo>
                    <a:pt x="22937851" y="16891"/>
                  </a:lnTo>
                  <a:lnTo>
                    <a:pt x="22937851" y="33909"/>
                  </a:lnTo>
                  <a:lnTo>
                    <a:pt x="16891" y="33909"/>
                  </a:lnTo>
                  <a:close/>
                </a:path>
              </a:pathLst>
            </a:custGeom>
            <a:solidFill>
              <a:srgbClr val="0891B2"/>
            </a:solidFill>
          </p:spPr>
        </p:sp>
      </p:grpSp>
      <p:grpSp>
        <p:nvGrpSpPr>
          <p:cNvPr id="2115450385" name="Group 29"/>
          <p:cNvGrpSpPr/>
          <p:nvPr/>
        </p:nvGrpSpPr>
        <p:grpSpPr bwMode="auto">
          <a:xfrm rot="0">
            <a:off x="548640" y="8503920"/>
            <a:ext cx="17190720" cy="914400"/>
            <a:chOff x="0" y="0"/>
            <a:chExt cx="22920960" cy="1219200"/>
          </a:xfrm>
        </p:grpSpPr>
        <p:sp>
          <p:nvSpPr>
            <p:cNvPr id="30" name="Freeform 30"/>
            <p:cNvSpPr/>
            <p:nvPr/>
          </p:nvSpPr>
          <p:spPr bwMode="auto">
            <a:xfrm rot="0" flipH="0" flipV="0">
              <a:off x="0" y="0"/>
              <a:ext cx="22920961" cy="1219200"/>
            </a:xfrm>
            <a:custGeom>
              <a:avLst/>
              <a:gdLst/>
              <a:ahLst/>
              <a:cxnLst/>
              <a:rect l="l" t="t" r="r" b="b"/>
              <a:pathLst>
                <a:path w="22920961" h="1219200" fill="norm" stroke="1" extrusionOk="0">
                  <a:moveTo>
                    <a:pt x="0" y="0"/>
                  </a:moveTo>
                  <a:lnTo>
                    <a:pt x="22920961" y="0"/>
                  </a:lnTo>
                  <a:lnTo>
                    <a:pt x="22920961" y="1219200"/>
                  </a:lnTo>
                  <a:lnTo>
                    <a:pt x="0" y="1219200"/>
                  </a:lnTo>
                  <a:close/>
                </a:path>
              </a:pathLst>
            </a:custGeom>
            <a:blipFill rotWithShape="1">
              <a:blip r:embed="rId3">
                <a:alphaModFix amt="0"/>
              </a:blip>
              <a:stretch>
                <a:fillRect l="0" t="-316318" r="0" b="-316318"/>
              </a:stretch>
            </a:blipFill>
          </p:spPr>
        </p:sp>
        <p:sp>
          <p:nvSpPr>
            <p:cNvPr id="31" name="TextBox 31"/>
            <p:cNvSpPr txBox="1"/>
            <p:nvPr/>
          </p:nvSpPr>
          <p:spPr bwMode="auto">
            <a:xfrm>
              <a:off x="0" y="-57150"/>
              <a:ext cx="22920960" cy="1276350"/>
            </a:xfrm>
            <a:prstGeom prst="rect">
              <a:avLst/>
            </a:prstGeom>
            <a:grpFill/>
          </p:spPr>
          <p:txBody>
            <a:bodyPr lIns="0" tIns="0" rIns="0" bIns="0" rtlCol="0" anchor="ctr"/>
            <a:lstStyle/>
            <a:p>
              <a:pPr algn="ctr">
                <a:lnSpc>
                  <a:spcPts val="3840"/>
                </a:lnSpc>
                <a:defRPr/>
              </a:pPr>
              <a:r>
                <a:rPr lang="en-US" sz="3200" b="1">
                  <a:solidFill>
                    <a:srgbClr val="94A3B8"/>
                  </a:solidFill>
                  <a:latin typeface="Calibri (MS) Bold"/>
                  <a:ea typeface="Calibri (MS) Bold"/>
                  <a:cs typeface="Calibri (MS) Bold"/>
                </a:rPr>
                <a:t>Thank You! | Questions Welcome 🙋</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0F9FF"/>
        </a:solidFill>
      </p:bgPr>
    </p:bg>
    <p:spTree>
      <p:nvGrpSpPr>
        <p:cNvPr id="1" name=""/>
        <p:cNvGrpSpPr/>
        <p:nvPr/>
      </p:nvGrpSpPr>
      <p:grpSpPr bwMode="auto">
        <a:xfrm>
          <a:off x="0" y="0"/>
          <a:ext cx="0" cy="0"/>
          <a:chOff x="0" y="0"/>
          <a:chExt cx="0" cy="0"/>
        </a:xfrm>
      </p:grpSpPr>
      <p:grpSp>
        <p:nvGrpSpPr>
          <p:cNvPr id="841142430" name="Group 2"/>
          <p:cNvGrpSpPr/>
          <p:nvPr/>
        </p:nvGrpSpPr>
        <p:grpSpPr bwMode="auto">
          <a:xfrm rot="0">
            <a:off x="-12697" y="-12697"/>
            <a:ext cx="18313403" cy="1397003"/>
            <a:chOff x="0" y="0"/>
            <a:chExt cx="24417871" cy="1862671"/>
          </a:xfrm>
        </p:grpSpPr>
        <p:sp>
          <p:nvSpPr>
            <p:cNvPr id="3" name="Freeform 3"/>
            <p:cNvSpPr/>
            <p:nvPr/>
          </p:nvSpPr>
          <p:spPr bwMode="auto">
            <a:xfrm rot="0" flipH="0" flipV="0">
              <a:off x="16891" y="16891"/>
              <a:ext cx="24383999" cy="1828800"/>
            </a:xfrm>
            <a:custGeom>
              <a:avLst/>
              <a:gdLst/>
              <a:ahLst/>
              <a:cxnLst/>
              <a:rect l="l" t="t" r="r" b="b"/>
              <a:pathLst>
                <a:path w="24383999" h="1828800" fill="norm" stroke="1" extrusionOk="0">
                  <a:moveTo>
                    <a:pt x="0" y="0"/>
                  </a:moveTo>
                  <a:lnTo>
                    <a:pt x="24383999" y="0"/>
                  </a:lnTo>
                  <a:lnTo>
                    <a:pt x="24383999" y="1828800"/>
                  </a:lnTo>
                  <a:lnTo>
                    <a:pt x="0" y="1828800"/>
                  </a:lnTo>
                  <a:close/>
                </a:path>
              </a:pathLst>
            </a:custGeom>
            <a:solidFill>
              <a:srgbClr val="1A2E4A"/>
            </a:solidFill>
          </p:spPr>
        </p:sp>
        <p:sp>
          <p:nvSpPr>
            <p:cNvPr id="4" name="Freeform 4"/>
            <p:cNvSpPr/>
            <p:nvPr/>
          </p:nvSpPr>
          <p:spPr bwMode="auto">
            <a:xfrm rot="0" flipH="0" flipV="0">
              <a:off x="0" y="0"/>
              <a:ext cx="24417782" cy="1862582"/>
            </a:xfrm>
            <a:custGeom>
              <a:avLst/>
              <a:gdLst/>
              <a:ahLst/>
              <a:cxnLst/>
              <a:rect l="l" t="t" r="r" b="b"/>
              <a:pathLst>
                <a:path w="24417782" h="1862582" fill="norm" stroke="1" extrusionOk="0">
                  <a:moveTo>
                    <a:pt x="16891" y="0"/>
                  </a:moveTo>
                  <a:lnTo>
                    <a:pt x="24400890" y="0"/>
                  </a:lnTo>
                  <a:cubicBezTo>
                    <a:pt x="24410290" y="0"/>
                    <a:pt x="24417782" y="7620"/>
                    <a:pt x="24417782" y="16891"/>
                  </a:cubicBezTo>
                  <a:lnTo>
                    <a:pt x="24417782" y="1845691"/>
                  </a:lnTo>
                  <a:cubicBezTo>
                    <a:pt x="24417782" y="1855089"/>
                    <a:pt x="24410163" y="1862582"/>
                    <a:pt x="24400890"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4400890" y="1828800"/>
                  </a:lnTo>
                  <a:lnTo>
                    <a:pt x="24400890" y="1845691"/>
                  </a:lnTo>
                  <a:lnTo>
                    <a:pt x="24384000" y="1845691"/>
                  </a:lnTo>
                  <a:lnTo>
                    <a:pt x="24384000" y="16891"/>
                  </a:lnTo>
                  <a:lnTo>
                    <a:pt x="24400890" y="16891"/>
                  </a:lnTo>
                  <a:lnTo>
                    <a:pt x="24400890" y="33909"/>
                  </a:lnTo>
                  <a:lnTo>
                    <a:pt x="16891" y="33909"/>
                  </a:lnTo>
                  <a:close/>
                </a:path>
              </a:pathLst>
            </a:custGeom>
            <a:solidFill>
              <a:srgbClr val="1A2E4A"/>
            </a:solidFill>
          </p:spPr>
        </p:sp>
      </p:grpSp>
      <p:grpSp>
        <p:nvGrpSpPr>
          <p:cNvPr id="1291738877" name="Group 5"/>
          <p:cNvGrpSpPr/>
          <p:nvPr/>
        </p:nvGrpSpPr>
        <p:grpSpPr bwMode="auto">
          <a:xfrm rot="0">
            <a:off x="731520" y="0"/>
            <a:ext cx="16824960" cy="1371600"/>
            <a:chOff x="0" y="0"/>
            <a:chExt cx="22433280" cy="1828800"/>
          </a:xfrm>
        </p:grpSpPr>
        <p:sp>
          <p:nvSpPr>
            <p:cNvPr id="6" name="Freeform 6"/>
            <p:cNvSpPr/>
            <p:nvPr/>
          </p:nvSpPr>
          <p:spPr bwMode="auto">
            <a:xfrm rot="0" flipH="0" flipV="0">
              <a:off x="0" y="0"/>
              <a:ext cx="22433280" cy="1828800"/>
            </a:xfrm>
            <a:custGeom>
              <a:avLst/>
              <a:gdLst/>
              <a:ahLst/>
              <a:cxnLst/>
              <a:rect l="l" t="t" r="r" b="b"/>
              <a:pathLst>
                <a:path w="22433280" h="1828800" fill="norm" stroke="1" extrusionOk="0">
                  <a:moveTo>
                    <a:pt x="0" y="0"/>
                  </a:moveTo>
                  <a:lnTo>
                    <a:pt x="22433280" y="0"/>
                  </a:lnTo>
                  <a:lnTo>
                    <a:pt x="22433280" y="1828800"/>
                  </a:lnTo>
                  <a:lnTo>
                    <a:pt x="0" y="1828800"/>
                  </a:lnTo>
                  <a:close/>
                </a:path>
              </a:pathLst>
            </a:custGeom>
            <a:blipFill rotWithShape="1">
              <a:blip r:embed="rId3">
                <a:alphaModFix amt="0"/>
              </a:blip>
              <a:stretch>
                <a:fillRect l="0" t="-189016" r="0" b="-189015"/>
              </a:stretch>
            </a:blipFill>
          </p:spPr>
        </p:sp>
        <p:sp>
          <p:nvSpPr>
            <p:cNvPr id="7" name="TextBox 7"/>
            <p:cNvSpPr txBox="1"/>
            <p:nvPr/>
          </p:nvSpPr>
          <p:spPr bwMode="auto">
            <a:xfrm>
              <a:off x="0" y="-76200"/>
              <a:ext cx="22433280" cy="1905000"/>
            </a:xfrm>
            <a:prstGeom prst="rect">
              <a:avLst/>
            </a:prstGeom>
            <a:grpFill/>
          </p:spPr>
          <p:txBody>
            <a:bodyPr lIns="0" tIns="0" rIns="0" bIns="0" rtlCol="0" anchor="ctr"/>
            <a:lstStyle/>
            <a:p>
              <a:pPr algn="l">
                <a:lnSpc>
                  <a:spcPts val="5280"/>
                </a:lnSpc>
                <a:defRPr/>
              </a:pPr>
              <a:r>
                <a:rPr lang="en-US" sz="4400" b="1">
                  <a:solidFill>
                    <a:srgbClr val="FFFFFF"/>
                  </a:solidFill>
                  <a:latin typeface="Calibri (MS) Bold"/>
                  <a:ea typeface="Calibri (MS) Bold"/>
                  <a:cs typeface="Calibri (MS) Bold"/>
                </a:rPr>
                <a:t>References</a:t>
              </a:r>
              <a:endParaRPr/>
            </a:p>
          </p:txBody>
        </p:sp>
      </p:grpSp>
      <p:grpSp>
        <p:nvGrpSpPr>
          <p:cNvPr id="462596085" name="Group 8"/>
          <p:cNvGrpSpPr/>
          <p:nvPr/>
        </p:nvGrpSpPr>
        <p:grpSpPr bwMode="auto">
          <a:xfrm rot="0">
            <a:off x="914400" y="1737360"/>
            <a:ext cx="16459200" cy="8046720"/>
            <a:chOff x="0" y="0"/>
            <a:chExt cx="21945600" cy="10728960"/>
          </a:xfrm>
        </p:grpSpPr>
        <p:sp>
          <p:nvSpPr>
            <p:cNvPr id="9" name="Freeform 9"/>
            <p:cNvSpPr/>
            <p:nvPr/>
          </p:nvSpPr>
          <p:spPr bwMode="auto">
            <a:xfrm rot="0" flipH="0" flipV="0">
              <a:off x="0" y="0"/>
              <a:ext cx="21945600" cy="10728960"/>
            </a:xfrm>
            <a:custGeom>
              <a:avLst/>
              <a:gdLst/>
              <a:ahLst/>
              <a:cxnLst/>
              <a:rect l="l" t="t" r="r" b="b"/>
              <a:pathLst>
                <a:path w="21945600" h="10728960" fill="norm" stroke="1" extrusionOk="0">
                  <a:moveTo>
                    <a:pt x="0" y="0"/>
                  </a:moveTo>
                  <a:lnTo>
                    <a:pt x="21945600" y="0"/>
                  </a:lnTo>
                  <a:lnTo>
                    <a:pt x="21945600" y="10728960"/>
                  </a:lnTo>
                  <a:lnTo>
                    <a:pt x="0" y="10728960"/>
                  </a:lnTo>
                  <a:close/>
                </a:path>
              </a:pathLst>
            </a:custGeom>
            <a:blipFill rotWithShape="1">
              <a:blip r:embed="rId3">
                <a:alphaModFix amt="0"/>
              </a:blip>
              <a:stretch>
                <a:fillRect l="-12726" t="0" r="-12726" b="0"/>
              </a:stretch>
            </a:blipFill>
          </p:spPr>
        </p:sp>
        <p:sp>
          <p:nvSpPr>
            <p:cNvPr id="10" name="TextBox 10"/>
            <p:cNvSpPr txBox="1"/>
            <p:nvPr/>
          </p:nvSpPr>
          <p:spPr bwMode="auto">
            <a:xfrm>
              <a:off x="0" y="-38100"/>
              <a:ext cx="21945600" cy="10767060"/>
            </a:xfrm>
            <a:prstGeom prst="rect">
              <a:avLst/>
            </a:prstGeom>
            <a:grpFill/>
          </p:spPr>
          <p:txBody>
            <a:bodyPr lIns="0" tIns="0" rIns="0" bIns="0" rtlCol="0" anchor="ctr"/>
            <a:lstStyle/>
            <a:p>
              <a:pPr algn="l">
                <a:lnSpc>
                  <a:spcPts val="2879"/>
                </a:lnSpc>
                <a:defRPr/>
              </a:pPr>
              <a:r>
                <a:rPr lang="en-US" sz="2400">
                  <a:solidFill>
                    <a:srgbClr val="0F172A"/>
                  </a:solidFill>
                  <a:latin typeface="Calibri (MS)"/>
                  <a:ea typeface="Calibri (MS)"/>
                  <a:cs typeface="Calibri (MS)"/>
                </a:rPr>
                <a:t>[1] Django Official Documentation. djangoproject.com</a:t>
              </a:r>
              <a:endParaRPr/>
            </a:p>
            <a:p>
              <a:pPr algn="l">
                <a:lnSpc>
                  <a:spcPts val="2879"/>
                </a:lnSpc>
                <a:defRPr/>
              </a:pPr>
              <a:r>
                <a:rPr lang="en-US" sz="2400">
                  <a:solidFill>
                    <a:srgbClr val="0F172A"/>
                  </a:solidFill>
                  <a:latin typeface="Calibri (MS)"/>
                  <a:ea typeface="Calibri (MS)"/>
                  <a:cs typeface="Calibri (MS)"/>
                </a:rPr>
                <a:t>[2] React.js Documentation. reactjs.org</a:t>
              </a:r>
              <a:endParaRPr/>
            </a:p>
            <a:p>
              <a:pPr algn="l">
                <a:lnSpc>
                  <a:spcPts val="2879"/>
                </a:lnSpc>
                <a:defRPr/>
              </a:pPr>
              <a:r>
                <a:rPr lang="en-US" sz="2400">
                  <a:solidFill>
                    <a:srgbClr val="0F172A"/>
                  </a:solidFill>
                  <a:latin typeface="Calibri (MS)"/>
                  <a:ea typeface="Calibri (MS)"/>
                  <a:cs typeface="Calibri (MS)"/>
                </a:rPr>
                <a:t>[3] MySQL Reference Manual. dev.mysql.com</a:t>
              </a:r>
              <a:endParaRPr/>
            </a:p>
            <a:p>
              <a:pPr algn="l">
                <a:lnSpc>
                  <a:spcPts val="2879"/>
                </a:lnSpc>
                <a:defRPr/>
              </a:pPr>
              <a:r>
                <a:rPr lang="en-US" sz="2400">
                  <a:solidFill>
                    <a:srgbClr val="0F172A"/>
                  </a:solidFill>
                  <a:latin typeface="Calibri (MS)"/>
                  <a:ea typeface="Calibri (MS)"/>
                  <a:cs typeface="Calibri (MS)"/>
                </a:rPr>
                <a:t>[4] Hassan, R. et al. (2021). 'Design of Lost and Found Web Application Using MVC Architecture.' IJCSA Vol. 8.</a:t>
              </a:r>
              <a:endParaRPr/>
            </a:p>
            <a:p>
              <a:pPr algn="l">
                <a:lnSpc>
                  <a:spcPts val="2879"/>
                </a:lnSpc>
                <a:defRPr/>
              </a:pPr>
              <a:r>
                <a:rPr lang="en-US" sz="2400">
                  <a:solidFill>
                    <a:srgbClr val="0F172A"/>
                  </a:solidFill>
                  <a:latin typeface="Calibri (MS)"/>
                  <a:ea typeface="Calibri (MS)"/>
                  <a:cs typeface="Calibri (MS)"/>
                </a:rPr>
                <a:t>[5] Kumar, A. &amp; Singh, P. (2020). 'Smart Lost &amp; Found System Using QR Codes.' IOSR Journal of Computer Engineering.</a:t>
              </a:r>
              <a:endParaRPr/>
            </a:p>
            <a:p>
              <a:pPr algn="l">
                <a:lnSpc>
                  <a:spcPts val="2879"/>
                </a:lnSpc>
                <a:defRPr/>
              </a:pPr>
              <a:r>
                <a:rPr lang="en-US" sz="2400">
                  <a:solidFill>
                    <a:srgbClr val="0F172A"/>
                  </a:solidFill>
                  <a:latin typeface="Calibri (MS)"/>
                  <a:ea typeface="Calibri (MS)"/>
                  <a:cs typeface="Calibri (MS)"/>
                </a:rPr>
                <a:t>[6] FoundIt App Case Study, IEEE Xplore Digital Library, 2019.</a:t>
              </a:r>
              <a:endParaRPr/>
            </a:p>
            <a:p>
              <a:pPr algn="l">
                <a:lnSpc>
                  <a:spcPts val="2879"/>
                </a:lnSpc>
                <a:defRPr/>
              </a:pPr>
              <a:r>
                <a:rPr lang="en-US" sz="2400">
                  <a:solidFill>
                    <a:srgbClr val="0F172A"/>
                  </a:solidFill>
                  <a:latin typeface="Calibri (MS)"/>
                  <a:ea typeface="Calibri (MS)"/>
                  <a:cs typeface="Calibri (MS)"/>
                </a:rPr>
                <a:t>[7] GitHub Open Source Projects - Lost &amp; Found Systems (github.com/topics/lost-and-found)</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_rels/theme3.xml.rels><?xml version="1.0" encoding="UTF-8" standalone="yes"?><Relationships xmlns="http://schemas.openxmlformats.org/package/2006/relationships"></Relationships>
</file>

<file path=ppt/theme/_rels/theme4.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Corn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lassic 2">
      <a:majorFont>
        <a:latin typeface="Arial"/>
        <a:ea typeface="Arial"/>
        <a:cs typeface="Arial"/>
      </a:majorFont>
      <a:minorFont>
        <a:latin typeface="Arial"/>
        <a:ea typeface="Arial"/>
        <a:cs typeface="Arial"/>
      </a:minorFont>
    </a:fontScheme>
    <a:fmtScheme name="Standard">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3.xml><?xml version="1.0" encoding="utf-8"?>
<a:theme xmlns:a="http://schemas.openxmlformats.org/drawingml/2006/main" xmlns:r="http://schemas.openxmlformats.org/officeDocument/2006/relationships" xmlns:p="http://schemas.openxmlformats.org/presentationml/2006/main" name="Corn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lassic 2">
      <a:majorFont>
        <a:latin typeface="Arial"/>
        <a:ea typeface="Arial"/>
        <a:cs typeface="Arial"/>
      </a:majorFont>
      <a:minorFont>
        <a:latin typeface="Arial"/>
        <a:ea typeface="Arial"/>
        <a:cs typeface="Arial"/>
      </a:minorFont>
    </a:fontScheme>
    <a:fmtScheme name="Standard">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4.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ONLYOFFICE/9.2.1.43</Application>
  <PresentationFormat>On-screen Show (4:3)</PresentationFormat>
  <Paragraphs>0</Paragraphs>
  <Slides>13</Slides>
  <Notes>13</Notes>
  <HiddenSlides>0</HiddenSlides>
  <MMClips>2</MMClips>
  <ScaleCrop>0</ScaleCrop>
  <HeadingPairs>
    <vt:vector size="4" baseType="variant">
      <vt:variant>
        <vt:lpstr>Theme</vt:lpstr>
      </vt:variant>
      <vt:variant>
        <vt:i4>3</vt:i4>
      </vt:variant>
      <vt:variant>
        <vt:lpstr>Slide Titles</vt:lpstr>
      </vt:variant>
      <vt:variant>
        <vt:i4>13</vt:i4>
      </vt:variant>
    </vt:vector>
  </HeadingPairs>
  <TitlesOfParts>
    <vt:vector size="16" baseType="lpstr">
      <vt:lpstr>Theme 1</vt:lpstr>
      <vt:lpstr>Theme 2</vt:lpstr>
      <vt:lpstr>Theme 3</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LostAndFound_Platform.pptx</dc:title>
  <dc:identifier>DAHHIhQqbY4</dc:identifier>
  <cp:lastModifiedBy/>
  <cp:revision>2</cp:revision>
  <dcterms:created xsi:type="dcterms:W3CDTF">2006-08-16T00:00:00Z</dcterms:created>
  <dcterms:modified xsi:type="dcterms:W3CDTF">2026-04-17T18:27:12Z</dcterms:modified>
</cp:coreProperties>
</file>